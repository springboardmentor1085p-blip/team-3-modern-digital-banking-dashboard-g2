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Open Sauce Bold" charset="1" panose="00000800000000000000"/>
      <p:regular r:id="rId19"/>
    </p:embeddedFont>
    <p:embeddedFont>
      <p:font typeface="Open Sauce" charset="1" panose="00000500000000000000"/>
      <p:regular r:id="rId20"/>
    </p:embeddedFont>
    <p:embeddedFont>
      <p:font typeface="Open Sauce Semi-Bold" charset="1" panose="00000700000000000000"/>
      <p:regular r:id="rId21"/>
    </p:embeddedFont>
    <p:embeddedFont>
      <p:font typeface="Open Sauce Medium" charset="1" panose="00000600000000000000"/>
      <p:regular r:id="rId22"/>
    </p:embeddedFont>
    <p:embeddedFont>
      <p:font typeface="DM Serif Display" charset="1" panose="00000000000000000000"/>
      <p:regular r:id="rId23"/>
    </p:embeddedFont>
    <p:embeddedFont>
      <p:font typeface="Poppins Bold" charset="1" panose="000008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15144" y="2851572"/>
            <a:ext cx="5826265" cy="4114800"/>
          </a:xfrm>
          <a:custGeom>
            <a:avLst/>
            <a:gdLst/>
            <a:ahLst/>
            <a:cxnLst/>
            <a:rect r="r" b="b" t="t" l="l"/>
            <a:pathLst>
              <a:path h="4114800" w="5826265">
                <a:moveTo>
                  <a:pt x="0" y="0"/>
                </a:moveTo>
                <a:lnTo>
                  <a:pt x="5826266" y="0"/>
                </a:lnTo>
                <a:lnTo>
                  <a:pt x="5826266"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311073" y="2613741"/>
            <a:ext cx="7904071" cy="4933362"/>
          </a:xfrm>
          <a:prstGeom prst="rect">
            <a:avLst/>
          </a:prstGeom>
        </p:spPr>
        <p:txBody>
          <a:bodyPr anchor="t" rtlCol="false" tIns="0" lIns="0" bIns="0" rIns="0">
            <a:spAutoFit/>
          </a:bodyPr>
          <a:lstStyle/>
          <a:p>
            <a:pPr algn="l">
              <a:lnSpc>
                <a:spcPts val="12727"/>
              </a:lnSpc>
            </a:pPr>
            <a:r>
              <a:rPr lang="en-US" sz="13539" spc="-284" b="true">
                <a:solidFill>
                  <a:srgbClr val="FFFFFF"/>
                </a:solidFill>
                <a:latin typeface="Open Sauce Bold"/>
                <a:ea typeface="Open Sauce Bold"/>
                <a:cs typeface="Open Sauce Bold"/>
                <a:sym typeface="Open Sauce Bold"/>
              </a:rPr>
              <a:t>MODERN DIGITAL BANKING</a:t>
            </a:r>
          </a:p>
        </p:txBody>
      </p:sp>
      <p:sp>
        <p:nvSpPr>
          <p:cNvPr name="TextBox 5" id="5"/>
          <p:cNvSpPr txBox="true"/>
          <p:nvPr/>
        </p:nvSpPr>
        <p:spPr>
          <a:xfrm rot="0">
            <a:off x="847657" y="8561592"/>
            <a:ext cx="2659737" cy="513561"/>
          </a:xfrm>
          <a:prstGeom prst="rect">
            <a:avLst/>
          </a:prstGeom>
        </p:spPr>
        <p:txBody>
          <a:bodyPr anchor="t" rtlCol="false" tIns="0" lIns="0" bIns="0" rIns="0">
            <a:spAutoFit/>
          </a:bodyPr>
          <a:lstStyle/>
          <a:p>
            <a:pPr algn="ctr">
              <a:lnSpc>
                <a:spcPts val="4243"/>
              </a:lnSpc>
              <a:spcBef>
                <a:spcPct val="0"/>
              </a:spcBef>
            </a:pPr>
            <a:r>
              <a:rPr lang="en-US" sz="3031">
                <a:solidFill>
                  <a:srgbClr val="000000"/>
                </a:solidFill>
                <a:latin typeface="Open Sauce"/>
                <a:ea typeface="Open Sauce"/>
                <a:cs typeface="Open Sauce"/>
                <a:sym typeface="Open Sauce"/>
              </a:rPr>
              <a:t>Presented by: </a:t>
            </a:r>
          </a:p>
        </p:txBody>
      </p:sp>
      <p:sp>
        <p:nvSpPr>
          <p:cNvPr name="TextBox 6" id="6"/>
          <p:cNvSpPr txBox="true"/>
          <p:nvPr/>
        </p:nvSpPr>
        <p:spPr>
          <a:xfrm rot="0">
            <a:off x="3194792" y="8561592"/>
            <a:ext cx="2184731" cy="513561"/>
          </a:xfrm>
          <a:prstGeom prst="rect">
            <a:avLst/>
          </a:prstGeom>
        </p:spPr>
        <p:txBody>
          <a:bodyPr anchor="t" rtlCol="false" tIns="0" lIns="0" bIns="0" rIns="0">
            <a:spAutoFit/>
          </a:bodyPr>
          <a:lstStyle/>
          <a:p>
            <a:pPr algn="ctr">
              <a:lnSpc>
                <a:spcPts val="4243"/>
              </a:lnSpc>
              <a:spcBef>
                <a:spcPct val="0"/>
              </a:spcBef>
            </a:pPr>
            <a:r>
              <a:rPr lang="en-US" sz="3031">
                <a:solidFill>
                  <a:srgbClr val="FBF6F1"/>
                </a:solidFill>
                <a:latin typeface="Open Sauce"/>
                <a:ea typeface="Open Sauce"/>
                <a:cs typeface="Open Sauce"/>
                <a:sym typeface="Open Sauce"/>
              </a:rPr>
              <a:t>TEAM 3</a:t>
            </a:r>
          </a:p>
        </p:txBody>
      </p:sp>
      <p:sp>
        <p:nvSpPr>
          <p:cNvPr name="TextBox 7" id="7"/>
          <p:cNvSpPr txBox="true"/>
          <p:nvPr/>
        </p:nvSpPr>
        <p:spPr>
          <a:xfrm rot="0">
            <a:off x="847657" y="9201150"/>
            <a:ext cx="4783762" cy="513561"/>
          </a:xfrm>
          <a:prstGeom prst="rect">
            <a:avLst/>
          </a:prstGeom>
        </p:spPr>
        <p:txBody>
          <a:bodyPr anchor="t" rtlCol="false" tIns="0" lIns="0" bIns="0" rIns="0">
            <a:spAutoFit/>
          </a:bodyPr>
          <a:lstStyle/>
          <a:p>
            <a:pPr algn="ctr">
              <a:lnSpc>
                <a:spcPts val="4243"/>
              </a:lnSpc>
              <a:spcBef>
                <a:spcPct val="0"/>
              </a:spcBef>
            </a:pPr>
            <a:r>
              <a:rPr lang="en-US" sz="3031">
                <a:solidFill>
                  <a:srgbClr val="FBF6F1"/>
                </a:solidFill>
                <a:latin typeface="Open Sauce"/>
                <a:ea typeface="Open Sauce"/>
                <a:cs typeface="Open Sauce"/>
                <a:sym typeface="Open Sauce"/>
              </a:rPr>
              <a:t>INFOSYS SPRINGBOARD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4280219" y="1152525"/>
            <a:ext cx="10463322" cy="1042386"/>
          </a:xfrm>
          <a:prstGeom prst="rect">
            <a:avLst/>
          </a:prstGeom>
        </p:spPr>
        <p:txBody>
          <a:bodyPr anchor="t" rtlCol="false" tIns="0" lIns="0" bIns="0" rIns="0">
            <a:spAutoFit/>
          </a:bodyPr>
          <a:lstStyle/>
          <a:p>
            <a:pPr algn="ctr">
              <a:lnSpc>
                <a:spcPts val="8012"/>
              </a:lnSpc>
            </a:pPr>
            <a:r>
              <a:rPr lang="en-US" b="true" sz="7704" spc="-392">
                <a:solidFill>
                  <a:srgbClr val="182D88"/>
                </a:solidFill>
                <a:latin typeface="Open Sauce Bold"/>
                <a:ea typeface="Open Sauce Bold"/>
                <a:cs typeface="Open Sauce Bold"/>
                <a:sym typeface="Open Sauce Bold"/>
              </a:rPr>
              <a:t>TABLE OF CONTENTS</a:t>
            </a:r>
          </a:p>
        </p:txBody>
      </p:sp>
      <p:sp>
        <p:nvSpPr>
          <p:cNvPr name="TextBox 4" id="4"/>
          <p:cNvSpPr txBox="true"/>
          <p:nvPr/>
        </p:nvSpPr>
        <p:spPr>
          <a:xfrm rot="0">
            <a:off x="1580665" y="2853168"/>
            <a:ext cx="6927652" cy="5643194"/>
          </a:xfrm>
          <a:prstGeom prst="rect">
            <a:avLst/>
          </a:prstGeom>
        </p:spPr>
        <p:txBody>
          <a:bodyPr anchor="t" rtlCol="false" tIns="0" lIns="0" bIns="0" rIns="0">
            <a:spAutoFit/>
          </a:bodyPr>
          <a:lstStyle/>
          <a:p>
            <a:pPr algn="just" marL="654410" indent="-327205" lvl="1">
              <a:lnSpc>
                <a:spcPts val="7577"/>
              </a:lnSpc>
              <a:buAutoNum type="arabicPeriod" startAt="1"/>
            </a:pPr>
            <a:r>
              <a:rPr lang="en-US" b="true" sz="3031">
                <a:solidFill>
                  <a:srgbClr val="5669C2"/>
                </a:solidFill>
                <a:latin typeface="Open Sauce Bold"/>
                <a:ea typeface="Open Sauce Bold"/>
                <a:cs typeface="Open Sauce Bold"/>
                <a:sym typeface="Open Sauce Bold"/>
              </a:rPr>
              <a:t>P</a:t>
            </a:r>
            <a:r>
              <a:rPr lang="en-US" b="true" sz="3031">
                <a:solidFill>
                  <a:srgbClr val="5669C2"/>
                </a:solidFill>
                <a:latin typeface="Open Sauce Bold"/>
                <a:ea typeface="Open Sauce Bold"/>
                <a:cs typeface="Open Sauce Bold"/>
                <a:sym typeface="Open Sauce Bold"/>
              </a:rPr>
              <a:t>roject Overview</a:t>
            </a:r>
          </a:p>
          <a:p>
            <a:pPr algn="just" marL="654410" indent="-327205" lvl="1">
              <a:lnSpc>
                <a:spcPts val="7577"/>
              </a:lnSpc>
              <a:buAutoNum type="arabicPeriod" startAt="1"/>
            </a:pPr>
            <a:r>
              <a:rPr lang="en-US" b="true" sz="3031">
                <a:solidFill>
                  <a:srgbClr val="5669C2"/>
                </a:solidFill>
                <a:latin typeface="Open Sauce Bold"/>
                <a:ea typeface="Open Sauce Bold"/>
                <a:cs typeface="Open Sauce Bold"/>
                <a:sym typeface="Open Sauce Bold"/>
              </a:rPr>
              <a:t>Problem Statement &amp; Objectives</a:t>
            </a:r>
          </a:p>
          <a:p>
            <a:pPr algn="just" marL="654410" indent="-327205" lvl="1">
              <a:lnSpc>
                <a:spcPts val="7577"/>
              </a:lnSpc>
              <a:buAutoNum type="arabicPeriod" startAt="1"/>
            </a:pPr>
            <a:r>
              <a:rPr lang="en-US" b="true" sz="3031">
                <a:solidFill>
                  <a:srgbClr val="5669C2"/>
                </a:solidFill>
                <a:latin typeface="Open Sauce Bold"/>
                <a:ea typeface="Open Sauce Bold"/>
                <a:cs typeface="Open Sauce Bold"/>
                <a:sym typeface="Open Sauce Bold"/>
              </a:rPr>
              <a:t>Core Features</a:t>
            </a:r>
          </a:p>
          <a:p>
            <a:pPr algn="just" marL="654410" indent="-327205" lvl="1">
              <a:lnSpc>
                <a:spcPts val="7577"/>
              </a:lnSpc>
              <a:buAutoNum type="arabicPeriod" startAt="1"/>
            </a:pPr>
            <a:r>
              <a:rPr lang="en-US" b="true" sz="3031">
                <a:solidFill>
                  <a:srgbClr val="5669C2"/>
                </a:solidFill>
                <a:latin typeface="Open Sauce Bold"/>
                <a:ea typeface="Open Sauce Bold"/>
                <a:cs typeface="Open Sauce Bold"/>
                <a:sym typeface="Open Sauce Bold"/>
              </a:rPr>
              <a:t>Tech Stack</a:t>
            </a:r>
          </a:p>
          <a:p>
            <a:pPr algn="just" marL="654410" indent="-327205" lvl="1">
              <a:lnSpc>
                <a:spcPts val="7577"/>
              </a:lnSpc>
              <a:buAutoNum type="arabicPeriod" startAt="1"/>
            </a:pPr>
            <a:r>
              <a:rPr lang="en-US" b="true" sz="3031">
                <a:solidFill>
                  <a:srgbClr val="5669C2"/>
                </a:solidFill>
                <a:latin typeface="Open Sauce Bold"/>
                <a:ea typeface="Open Sauce Bold"/>
                <a:cs typeface="Open Sauce Bold"/>
                <a:sym typeface="Open Sauce Bold"/>
              </a:rPr>
              <a:t>8-Week Milestone Plan</a:t>
            </a:r>
          </a:p>
          <a:p>
            <a:pPr algn="just">
              <a:lnSpc>
                <a:spcPts val="7577"/>
              </a:lnSpc>
            </a:pPr>
          </a:p>
        </p:txBody>
      </p:sp>
      <p:sp>
        <p:nvSpPr>
          <p:cNvPr name="TextBox 5" id="5"/>
          <p:cNvSpPr txBox="true"/>
          <p:nvPr/>
        </p:nvSpPr>
        <p:spPr>
          <a:xfrm rot="0">
            <a:off x="9511880" y="2853168"/>
            <a:ext cx="5674043" cy="3719322"/>
          </a:xfrm>
          <a:prstGeom prst="rect">
            <a:avLst/>
          </a:prstGeom>
        </p:spPr>
        <p:txBody>
          <a:bodyPr anchor="t" rtlCol="false" tIns="0" lIns="0" bIns="0" rIns="0">
            <a:spAutoFit/>
          </a:bodyPr>
          <a:lstStyle/>
          <a:p>
            <a:pPr algn="l" marL="654177" indent="-327088" lvl="1">
              <a:lnSpc>
                <a:spcPts val="7575"/>
              </a:lnSpc>
              <a:buAutoNum type="arabicPeriod" startAt="1"/>
            </a:pPr>
            <a:r>
              <a:rPr lang="en-US" b="true" sz="3029">
                <a:solidFill>
                  <a:srgbClr val="5669C2"/>
                </a:solidFill>
                <a:latin typeface="Open Sauce Bold"/>
                <a:ea typeface="Open Sauce Bold"/>
                <a:cs typeface="Open Sauce Bold"/>
                <a:sym typeface="Open Sauce Bold"/>
              </a:rPr>
              <a:t>Implementation Highlights</a:t>
            </a:r>
          </a:p>
          <a:p>
            <a:pPr algn="l" marL="654177" indent="-327088" lvl="1">
              <a:lnSpc>
                <a:spcPts val="7575"/>
              </a:lnSpc>
              <a:buAutoNum type="arabicPeriod" startAt="1"/>
            </a:pPr>
            <a:r>
              <a:rPr lang="en-US" b="true" sz="3029">
                <a:solidFill>
                  <a:srgbClr val="5669C2"/>
                </a:solidFill>
                <a:latin typeface="Open Sauce Bold"/>
                <a:ea typeface="Open Sauce Bold"/>
                <a:cs typeface="Open Sauce Bold"/>
                <a:sym typeface="Open Sauce Bold"/>
              </a:rPr>
              <a:t>Challenges &amp; Solutions</a:t>
            </a:r>
          </a:p>
          <a:p>
            <a:pPr algn="l" marL="654177" indent="-327088" lvl="1">
              <a:lnSpc>
                <a:spcPts val="7575"/>
              </a:lnSpc>
              <a:buAutoNum type="arabicPeriod" startAt="1"/>
            </a:pPr>
            <a:r>
              <a:rPr lang="en-US" b="true" sz="3029">
                <a:solidFill>
                  <a:srgbClr val="5669C2"/>
                </a:solidFill>
                <a:latin typeface="Open Sauce Bold"/>
                <a:ea typeface="Open Sauce Bold"/>
                <a:cs typeface="Open Sauce Bold"/>
                <a:sym typeface="Open Sauce Bold"/>
              </a:rPr>
              <a:t>Future Scope</a:t>
            </a:r>
          </a:p>
          <a:p>
            <a:pPr algn="l" marL="654177" indent="-327088" lvl="1">
              <a:lnSpc>
                <a:spcPts val="7575"/>
              </a:lnSpc>
              <a:buAutoNum type="arabicPeriod" startAt="1"/>
            </a:pPr>
            <a:r>
              <a:rPr lang="en-US" b="true" sz="3029">
                <a:solidFill>
                  <a:srgbClr val="5669C2"/>
                </a:solidFill>
                <a:latin typeface="Open Sauce Bold"/>
                <a:ea typeface="Open Sauce Bold"/>
                <a:cs typeface="Open Sauce Bold"/>
                <a:sym typeface="Open Sauce Bold"/>
              </a:rPr>
              <a:t>Conclusion</a:t>
            </a:r>
          </a:p>
        </p:txBody>
      </p:sp>
      <p:sp>
        <p:nvSpPr>
          <p:cNvPr name="Freeform 6" id="6"/>
          <p:cNvSpPr/>
          <p:nvPr/>
        </p:nvSpPr>
        <p:spPr>
          <a:xfrm flipH="false" flipV="false" rot="0">
            <a:off x="2194823" y="851583"/>
            <a:ext cx="2085397" cy="1520444"/>
          </a:xfrm>
          <a:custGeom>
            <a:avLst/>
            <a:gdLst/>
            <a:ahLst/>
            <a:cxnLst/>
            <a:rect r="r" b="b" t="t" l="l"/>
            <a:pathLst>
              <a:path h="1520444" w="2085397">
                <a:moveTo>
                  <a:pt x="0" y="0"/>
                </a:moveTo>
                <a:lnTo>
                  <a:pt x="2085396" y="0"/>
                </a:lnTo>
                <a:lnTo>
                  <a:pt x="2085396" y="1520444"/>
                </a:lnTo>
                <a:lnTo>
                  <a:pt x="0" y="15204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7" id="7"/>
          <p:cNvGrpSpPr/>
          <p:nvPr/>
        </p:nvGrpSpPr>
        <p:grpSpPr>
          <a:xfrm rot="5400000">
            <a:off x="8775793" y="-9238108"/>
            <a:ext cx="736414" cy="18860833"/>
            <a:chOff x="0" y="0"/>
            <a:chExt cx="139036" cy="3560952"/>
          </a:xfrm>
        </p:grpSpPr>
        <p:sp>
          <p:nvSpPr>
            <p:cNvPr name="Freeform 8" id="8"/>
            <p:cNvSpPr/>
            <p:nvPr/>
          </p:nvSpPr>
          <p:spPr>
            <a:xfrm flipH="false" flipV="false" rot="0">
              <a:off x="0" y="0"/>
              <a:ext cx="139036" cy="3560952"/>
            </a:xfrm>
            <a:custGeom>
              <a:avLst/>
              <a:gdLst/>
              <a:ahLst/>
              <a:cxnLst/>
              <a:rect r="r" b="b" t="t" l="l"/>
              <a:pathLst>
                <a:path h="3560952" w="139036">
                  <a:moveTo>
                    <a:pt x="69518" y="0"/>
                  </a:moveTo>
                  <a:lnTo>
                    <a:pt x="69518" y="0"/>
                  </a:lnTo>
                  <a:cubicBezTo>
                    <a:pt x="87955" y="0"/>
                    <a:pt x="105637" y="7324"/>
                    <a:pt x="118675" y="20361"/>
                  </a:cubicBezTo>
                  <a:cubicBezTo>
                    <a:pt x="131712" y="33398"/>
                    <a:pt x="139036" y="51081"/>
                    <a:pt x="139036" y="69518"/>
                  </a:cubicBezTo>
                  <a:lnTo>
                    <a:pt x="139036" y="3491434"/>
                  </a:lnTo>
                  <a:cubicBezTo>
                    <a:pt x="139036" y="3509871"/>
                    <a:pt x="131712" y="3527554"/>
                    <a:pt x="118675" y="3540591"/>
                  </a:cubicBezTo>
                  <a:cubicBezTo>
                    <a:pt x="105637" y="3553628"/>
                    <a:pt x="87955" y="3560952"/>
                    <a:pt x="69518" y="3560952"/>
                  </a:cubicBezTo>
                  <a:lnTo>
                    <a:pt x="69518" y="3560952"/>
                  </a:lnTo>
                  <a:cubicBezTo>
                    <a:pt x="31124" y="3560952"/>
                    <a:pt x="0" y="3529828"/>
                    <a:pt x="0" y="3491434"/>
                  </a:cubicBezTo>
                  <a:lnTo>
                    <a:pt x="0" y="69518"/>
                  </a:lnTo>
                  <a:cubicBezTo>
                    <a:pt x="0" y="31124"/>
                    <a:pt x="31124" y="0"/>
                    <a:pt x="69518" y="0"/>
                  </a:cubicBezTo>
                  <a:close/>
                </a:path>
              </a:pathLst>
            </a:custGeom>
            <a:solidFill>
              <a:srgbClr val="6E82D9"/>
            </a:solidFill>
            <a:ln cap="rnd">
              <a:noFill/>
              <a:prstDash val="solid"/>
              <a:round/>
            </a:ln>
          </p:spPr>
        </p:sp>
        <p:sp>
          <p:nvSpPr>
            <p:cNvPr name="TextBox 9" id="9"/>
            <p:cNvSpPr txBox="true"/>
            <p:nvPr/>
          </p:nvSpPr>
          <p:spPr>
            <a:xfrm>
              <a:off x="0" y="0"/>
              <a:ext cx="139036" cy="3560952"/>
            </a:xfrm>
            <a:prstGeom prst="rect">
              <a:avLst/>
            </a:prstGeom>
          </p:spPr>
          <p:txBody>
            <a:bodyPr anchor="ctr" rtlCol="false" tIns="50800" lIns="50800" bIns="50800" rIns="50800"/>
            <a:lstStyle/>
            <a:p>
              <a:pPr algn="ctr" marL="0" indent="0" lvl="0">
                <a:lnSpc>
                  <a:spcPts val="287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291927" y="1479695"/>
            <a:ext cx="8412029" cy="1754516"/>
          </a:xfrm>
          <a:prstGeom prst="rect">
            <a:avLst/>
          </a:prstGeom>
        </p:spPr>
        <p:txBody>
          <a:bodyPr anchor="t" rtlCol="false" tIns="0" lIns="0" bIns="0" rIns="0">
            <a:spAutoFit/>
          </a:bodyPr>
          <a:lstStyle/>
          <a:p>
            <a:pPr algn="l">
              <a:lnSpc>
                <a:spcPts val="6962"/>
              </a:lnSpc>
            </a:pPr>
            <a:r>
              <a:rPr lang="en-US" sz="6002" spc="-306" b="true">
                <a:solidFill>
                  <a:srgbClr val="182D88"/>
                </a:solidFill>
                <a:latin typeface="Open Sauce Semi-Bold"/>
                <a:ea typeface="Open Sauce Semi-Bold"/>
                <a:cs typeface="Open Sauce Semi-Bold"/>
                <a:sym typeface="Open Sauce Semi-Bold"/>
              </a:rPr>
              <a:t>PROJECT OVERVIEW</a:t>
            </a:r>
          </a:p>
          <a:p>
            <a:pPr algn="l">
              <a:lnSpc>
                <a:spcPts val="6962"/>
              </a:lnSpc>
            </a:pPr>
          </a:p>
        </p:txBody>
      </p:sp>
      <p:sp>
        <p:nvSpPr>
          <p:cNvPr name="TextBox 4" id="4"/>
          <p:cNvSpPr txBox="true"/>
          <p:nvPr/>
        </p:nvSpPr>
        <p:spPr>
          <a:xfrm rot="0">
            <a:off x="1291927" y="2497466"/>
            <a:ext cx="14519431" cy="6437779"/>
          </a:xfrm>
          <a:prstGeom prst="rect">
            <a:avLst/>
          </a:prstGeom>
        </p:spPr>
        <p:txBody>
          <a:bodyPr anchor="t" rtlCol="false" tIns="0" lIns="0" bIns="0" rIns="0">
            <a:spAutoFit/>
          </a:bodyPr>
          <a:lstStyle/>
          <a:p>
            <a:pPr algn="l">
              <a:lnSpc>
                <a:spcPts val="6507"/>
              </a:lnSpc>
            </a:pPr>
            <a:r>
              <a:rPr lang="en-US" sz="2602" spc="7" b="true">
                <a:solidFill>
                  <a:srgbClr val="282A29"/>
                </a:solidFill>
                <a:latin typeface="Open Sauce Medium"/>
                <a:ea typeface="Open Sauce Medium"/>
                <a:cs typeface="Open Sauce Medium"/>
                <a:sym typeface="Open Sauce Medium"/>
              </a:rPr>
              <a:t>The Modern Digital Banking Dashboard is a centralized financial management platform designed to unify multiple banking services into a single intelligent system. It integrates multi-bank accounts, transaction tracking, budgeting tools, bill payments and reminders, rewards monitoring, and financial insights into one seamless interface. Instead of managing finances across different applications and portals, users can access all their financial information in one secure dashboard. This platform provides real-time visibility, smart alerts, and actionable insights, enabling users to make informed financial decisions efficiently and effectively.</a:t>
            </a:r>
          </a:p>
        </p:txBody>
      </p:sp>
      <p:grpSp>
        <p:nvGrpSpPr>
          <p:cNvPr name="Group 5" id="5"/>
          <p:cNvGrpSpPr/>
          <p:nvPr/>
        </p:nvGrpSpPr>
        <p:grpSpPr>
          <a:xfrm rot="0">
            <a:off x="-923163" y="-3556899"/>
            <a:ext cx="1884426" cy="18860833"/>
            <a:chOff x="0" y="0"/>
            <a:chExt cx="355782" cy="3560952"/>
          </a:xfrm>
        </p:grpSpPr>
        <p:sp>
          <p:nvSpPr>
            <p:cNvPr name="Freeform 6" id="6"/>
            <p:cNvSpPr/>
            <p:nvPr/>
          </p:nvSpPr>
          <p:spPr>
            <a:xfrm flipH="false" flipV="false" rot="0">
              <a:off x="0" y="0"/>
              <a:ext cx="355782" cy="3560952"/>
            </a:xfrm>
            <a:custGeom>
              <a:avLst/>
              <a:gdLst/>
              <a:ahLst/>
              <a:cxnLst/>
              <a:rect r="r" b="b" t="t" l="l"/>
              <a:pathLst>
                <a:path h="3560952" w="355782">
                  <a:moveTo>
                    <a:pt x="98601" y="0"/>
                  </a:moveTo>
                  <a:lnTo>
                    <a:pt x="257181" y="0"/>
                  </a:lnTo>
                  <a:cubicBezTo>
                    <a:pt x="283332" y="0"/>
                    <a:pt x="308411" y="10388"/>
                    <a:pt x="326903" y="28880"/>
                  </a:cubicBezTo>
                  <a:cubicBezTo>
                    <a:pt x="345394" y="47371"/>
                    <a:pt x="355782" y="72450"/>
                    <a:pt x="355782" y="98601"/>
                  </a:cubicBezTo>
                  <a:lnTo>
                    <a:pt x="355782" y="3462351"/>
                  </a:lnTo>
                  <a:cubicBezTo>
                    <a:pt x="355782" y="3488502"/>
                    <a:pt x="345394" y="3513581"/>
                    <a:pt x="326903" y="3532072"/>
                  </a:cubicBezTo>
                  <a:cubicBezTo>
                    <a:pt x="308411" y="3550564"/>
                    <a:pt x="283332" y="3560952"/>
                    <a:pt x="257181" y="3560952"/>
                  </a:cubicBezTo>
                  <a:lnTo>
                    <a:pt x="98601" y="3560952"/>
                  </a:lnTo>
                  <a:cubicBezTo>
                    <a:pt x="44145" y="3560952"/>
                    <a:pt x="0" y="3516807"/>
                    <a:pt x="0" y="3462351"/>
                  </a:cubicBezTo>
                  <a:lnTo>
                    <a:pt x="0" y="98601"/>
                  </a:lnTo>
                  <a:cubicBezTo>
                    <a:pt x="0" y="44145"/>
                    <a:pt x="44145" y="0"/>
                    <a:pt x="98601" y="0"/>
                  </a:cubicBezTo>
                  <a:close/>
                </a:path>
              </a:pathLst>
            </a:custGeom>
            <a:solidFill>
              <a:srgbClr val="6E82D9"/>
            </a:solidFill>
            <a:ln cap="rnd">
              <a:noFill/>
              <a:prstDash val="solid"/>
              <a:round/>
            </a:ln>
          </p:spPr>
        </p:sp>
        <p:sp>
          <p:nvSpPr>
            <p:cNvPr name="TextBox 7" id="7"/>
            <p:cNvSpPr txBox="true"/>
            <p:nvPr/>
          </p:nvSpPr>
          <p:spPr>
            <a:xfrm>
              <a:off x="0" y="0"/>
              <a:ext cx="355782" cy="3560952"/>
            </a:xfrm>
            <a:prstGeom prst="rect">
              <a:avLst/>
            </a:prstGeom>
          </p:spPr>
          <p:txBody>
            <a:bodyPr anchor="ctr" rtlCol="false" tIns="50800" lIns="50800" bIns="50800" rIns="50800"/>
            <a:lstStyle/>
            <a:p>
              <a:pPr algn="ctr" marL="0" indent="0" lvl="0">
                <a:lnSpc>
                  <a:spcPts val="2879"/>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735334" y="2007742"/>
            <a:ext cx="4804705" cy="582306"/>
          </a:xfrm>
          <a:prstGeom prst="rect">
            <a:avLst/>
          </a:prstGeom>
        </p:spPr>
        <p:txBody>
          <a:bodyPr anchor="t" rtlCol="false" tIns="0" lIns="0" bIns="0" rIns="0">
            <a:spAutoFit/>
          </a:bodyPr>
          <a:lstStyle/>
          <a:p>
            <a:pPr algn="l" marL="0" indent="0" lvl="0">
              <a:lnSpc>
                <a:spcPts val="4642"/>
              </a:lnSpc>
              <a:spcBef>
                <a:spcPct val="0"/>
              </a:spcBef>
            </a:pPr>
            <a:r>
              <a:rPr lang="en-US" sz="4002" spc="-204">
                <a:solidFill>
                  <a:srgbClr val="182D88"/>
                </a:solidFill>
                <a:latin typeface="DM Serif Display"/>
                <a:ea typeface="DM Serif Display"/>
                <a:cs typeface="DM Serif Display"/>
                <a:sym typeface="DM Serif Display"/>
              </a:rPr>
              <a:t>PROBLEM  STATEMENT</a:t>
            </a:r>
          </a:p>
        </p:txBody>
      </p:sp>
      <p:sp>
        <p:nvSpPr>
          <p:cNvPr name="TextBox 4" id="4"/>
          <p:cNvSpPr txBox="true"/>
          <p:nvPr/>
        </p:nvSpPr>
        <p:spPr>
          <a:xfrm rot="0">
            <a:off x="735334" y="3843135"/>
            <a:ext cx="5187438" cy="4474464"/>
          </a:xfrm>
          <a:prstGeom prst="rect">
            <a:avLst/>
          </a:prstGeom>
        </p:spPr>
        <p:txBody>
          <a:bodyPr anchor="t" rtlCol="false" tIns="0" lIns="0" bIns="0" rIns="0">
            <a:spAutoFit/>
          </a:bodyPr>
          <a:lstStyle/>
          <a:p>
            <a:pPr algn="l" marL="0" indent="0" lvl="0">
              <a:lnSpc>
                <a:spcPts val="3528"/>
              </a:lnSpc>
              <a:spcBef>
                <a:spcPct val="0"/>
              </a:spcBef>
            </a:pPr>
            <a:r>
              <a:rPr lang="en-US" b="true" sz="2800" spc="8">
                <a:solidFill>
                  <a:srgbClr val="000000"/>
                </a:solidFill>
                <a:latin typeface="Open Sauce Medium"/>
                <a:ea typeface="Open Sauce Medium"/>
                <a:cs typeface="Open Sauce Medium"/>
                <a:sym typeface="Open Sauce Medium"/>
              </a:rPr>
              <a:t>Manag</a:t>
            </a:r>
            <a:r>
              <a:rPr lang="en-US" b="true" sz="2800" spc="8" strike="noStrike" u="none">
                <a:solidFill>
                  <a:srgbClr val="000000"/>
                </a:solidFill>
                <a:latin typeface="Open Sauce Medium"/>
                <a:ea typeface="Open Sauce Medium"/>
                <a:cs typeface="Open Sauce Medium"/>
                <a:sym typeface="Open Sauce Medium"/>
              </a:rPr>
              <a:t>i</a:t>
            </a:r>
            <a:r>
              <a:rPr lang="en-US" b="true" sz="2800" spc="8" strike="noStrike" u="none">
                <a:solidFill>
                  <a:srgbClr val="000000"/>
                </a:solidFill>
                <a:latin typeface="Open Sauce Medium"/>
                <a:ea typeface="Open Sauce Medium"/>
                <a:cs typeface="Open Sauce Medium"/>
                <a:sym typeface="Open Sauce Medium"/>
              </a:rPr>
              <a:t>ng</a:t>
            </a:r>
            <a:r>
              <a:rPr lang="en-US" b="true" sz="2800" spc="8" strike="noStrike" u="none">
                <a:solidFill>
                  <a:srgbClr val="000000"/>
                </a:solidFill>
                <a:latin typeface="Open Sauce Medium"/>
                <a:ea typeface="Open Sauce Medium"/>
                <a:cs typeface="Open Sauce Medium"/>
                <a:sym typeface="Open Sauce Medium"/>
              </a:rPr>
              <a:t> </a:t>
            </a:r>
            <a:r>
              <a:rPr lang="en-US" b="true" sz="2800" spc="8" strike="noStrike" u="none">
                <a:solidFill>
                  <a:srgbClr val="000000"/>
                </a:solidFill>
                <a:latin typeface="Open Sauce Medium"/>
                <a:ea typeface="Open Sauce Medium"/>
                <a:cs typeface="Open Sauce Medium"/>
                <a:sym typeface="Open Sauce Medium"/>
              </a:rPr>
              <a:t>f</a:t>
            </a:r>
            <a:r>
              <a:rPr lang="en-US" b="true" sz="2800" spc="8" strike="noStrike" u="none">
                <a:solidFill>
                  <a:srgbClr val="000000"/>
                </a:solidFill>
                <a:latin typeface="Open Sauce Medium"/>
                <a:ea typeface="Open Sauce Medium"/>
                <a:cs typeface="Open Sauce Medium"/>
                <a:sym typeface="Open Sauce Medium"/>
              </a:rPr>
              <a:t>i</a:t>
            </a:r>
            <a:r>
              <a:rPr lang="en-US" b="true" sz="2800" spc="8" strike="noStrike" u="none">
                <a:solidFill>
                  <a:srgbClr val="000000"/>
                </a:solidFill>
                <a:latin typeface="Open Sauce Medium"/>
                <a:ea typeface="Open Sauce Medium"/>
                <a:cs typeface="Open Sauce Medium"/>
                <a:sym typeface="Open Sauce Medium"/>
              </a:rPr>
              <a:t>n</a:t>
            </a:r>
            <a:r>
              <a:rPr lang="en-US" b="true" sz="2800" spc="8" strike="noStrike" u="none">
                <a:solidFill>
                  <a:srgbClr val="000000"/>
                </a:solidFill>
                <a:latin typeface="Open Sauce Medium"/>
                <a:ea typeface="Open Sauce Medium"/>
                <a:cs typeface="Open Sauce Medium"/>
                <a:sym typeface="Open Sauce Medium"/>
              </a:rPr>
              <a:t>ance</a:t>
            </a:r>
            <a:r>
              <a:rPr lang="en-US" b="true" sz="2800" spc="8" strike="noStrike" u="none">
                <a:solidFill>
                  <a:srgbClr val="000000"/>
                </a:solidFill>
                <a:latin typeface="Open Sauce Medium"/>
                <a:ea typeface="Open Sauce Medium"/>
                <a:cs typeface="Open Sauce Medium"/>
                <a:sym typeface="Open Sauce Medium"/>
              </a:rPr>
              <a:t>s</a:t>
            </a:r>
            <a:r>
              <a:rPr lang="en-US" b="true" sz="2800" spc="8" strike="noStrike" u="none">
                <a:solidFill>
                  <a:srgbClr val="000000"/>
                </a:solidFill>
                <a:latin typeface="Open Sauce Medium"/>
                <a:ea typeface="Open Sauce Medium"/>
                <a:cs typeface="Open Sauce Medium"/>
                <a:sym typeface="Open Sauce Medium"/>
              </a:rPr>
              <a:t> ac</a:t>
            </a:r>
            <a:r>
              <a:rPr lang="en-US" b="true" sz="2800" spc="8" strike="noStrike" u="none">
                <a:solidFill>
                  <a:srgbClr val="000000"/>
                </a:solidFill>
                <a:latin typeface="Open Sauce Medium"/>
                <a:ea typeface="Open Sauce Medium"/>
                <a:cs typeface="Open Sauce Medium"/>
                <a:sym typeface="Open Sauce Medium"/>
              </a:rPr>
              <a:t>ro</a:t>
            </a:r>
            <a:r>
              <a:rPr lang="en-US" b="true" sz="2800" spc="8" strike="noStrike" u="none">
                <a:solidFill>
                  <a:srgbClr val="000000"/>
                </a:solidFill>
                <a:latin typeface="Open Sauce Medium"/>
                <a:ea typeface="Open Sauce Medium"/>
                <a:cs typeface="Open Sauce Medium"/>
                <a:sym typeface="Open Sauce Medium"/>
              </a:rPr>
              <a:t>ss </a:t>
            </a:r>
          </a:p>
          <a:p>
            <a:pPr algn="l" marL="0" indent="0" lvl="0">
              <a:lnSpc>
                <a:spcPts val="3528"/>
              </a:lnSpc>
              <a:spcBef>
                <a:spcPct val="0"/>
              </a:spcBef>
            </a:pPr>
            <a:r>
              <a:rPr lang="en-US" b="true" sz="2800" spc="8" strike="noStrike" u="none">
                <a:solidFill>
                  <a:srgbClr val="000000"/>
                </a:solidFill>
                <a:latin typeface="Open Sauce Medium"/>
                <a:ea typeface="Open Sauce Medium"/>
                <a:cs typeface="Open Sauce Medium"/>
                <a:sym typeface="Open Sauce Medium"/>
              </a:rPr>
              <a:t>multiple bank accounts, </a:t>
            </a:r>
          </a:p>
          <a:p>
            <a:pPr algn="l" marL="0" indent="0" lvl="0">
              <a:lnSpc>
                <a:spcPts val="3528"/>
              </a:lnSpc>
              <a:spcBef>
                <a:spcPct val="0"/>
              </a:spcBef>
            </a:pPr>
            <a:r>
              <a:rPr lang="en-US" b="true" sz="2800" spc="8" strike="noStrike" u="none">
                <a:solidFill>
                  <a:srgbClr val="000000"/>
                </a:solidFill>
                <a:latin typeface="Open Sauce Medium"/>
                <a:ea typeface="Open Sauce Medium"/>
                <a:cs typeface="Open Sauce Medium"/>
                <a:sym typeface="Open Sauce Medium"/>
              </a:rPr>
              <a:t>transactions, bills, and</a:t>
            </a:r>
          </a:p>
          <a:p>
            <a:pPr algn="l" marL="0" indent="0" lvl="0">
              <a:lnSpc>
                <a:spcPts val="3528"/>
              </a:lnSpc>
              <a:spcBef>
                <a:spcPct val="0"/>
              </a:spcBef>
            </a:pPr>
            <a:r>
              <a:rPr lang="en-US" b="true" sz="2800" spc="8" strike="noStrike" u="none">
                <a:solidFill>
                  <a:srgbClr val="000000"/>
                </a:solidFill>
                <a:latin typeface="Open Sauce Medium"/>
                <a:ea typeface="Open Sauce Medium"/>
                <a:cs typeface="Open Sauce Medium"/>
                <a:sym typeface="Open Sauce Medium"/>
              </a:rPr>
              <a:t>rewards platforms is complex and fragmented. </a:t>
            </a:r>
          </a:p>
          <a:p>
            <a:pPr algn="l" marL="0" indent="0" lvl="0">
              <a:lnSpc>
                <a:spcPts val="3528"/>
              </a:lnSpc>
              <a:spcBef>
                <a:spcPct val="0"/>
              </a:spcBef>
            </a:pPr>
            <a:r>
              <a:rPr lang="en-US" b="true" sz="2800" spc="8" strike="noStrike" u="none">
                <a:solidFill>
                  <a:srgbClr val="000000"/>
                </a:solidFill>
                <a:latin typeface="Open Sauce Medium"/>
                <a:ea typeface="Open Sauce Medium"/>
                <a:cs typeface="Open Sauce Medium"/>
                <a:sym typeface="Open Sauce Medium"/>
              </a:rPr>
              <a:t>Users often lack a centralized system to track spending, monitor budgets, and receive timely financial insights.</a:t>
            </a:r>
          </a:p>
        </p:txBody>
      </p:sp>
      <p:grpSp>
        <p:nvGrpSpPr>
          <p:cNvPr name="Group 5" id="5"/>
          <p:cNvGrpSpPr/>
          <p:nvPr/>
        </p:nvGrpSpPr>
        <p:grpSpPr>
          <a:xfrm rot="0">
            <a:off x="11363632" y="1795647"/>
            <a:ext cx="193045" cy="19304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F6F1"/>
            </a:soli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8" id="8"/>
          <p:cNvGrpSpPr/>
          <p:nvPr/>
        </p:nvGrpSpPr>
        <p:grpSpPr>
          <a:xfrm rot="0">
            <a:off x="11363632" y="4391902"/>
            <a:ext cx="193045" cy="1930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F6F1"/>
            </a:soli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0">
            <a:off x="11363632" y="6991914"/>
            <a:ext cx="193045" cy="19304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F6F1"/>
            </a:solidFill>
          </p:spPr>
        </p:sp>
        <p:sp>
          <p:nvSpPr>
            <p:cNvPr name="TextBox 13" id="13"/>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14" id="14"/>
          <p:cNvGrpSpPr/>
          <p:nvPr/>
        </p:nvGrpSpPr>
        <p:grpSpPr>
          <a:xfrm rot="0">
            <a:off x="6123738" y="0"/>
            <a:ext cx="6121860" cy="12765139"/>
            <a:chOff x="0" y="0"/>
            <a:chExt cx="1155816" cy="2410076"/>
          </a:xfrm>
        </p:grpSpPr>
        <p:sp>
          <p:nvSpPr>
            <p:cNvPr name="Freeform 15" id="15"/>
            <p:cNvSpPr/>
            <p:nvPr/>
          </p:nvSpPr>
          <p:spPr>
            <a:xfrm flipH="false" flipV="false" rot="0">
              <a:off x="0" y="0"/>
              <a:ext cx="1155816" cy="2410076"/>
            </a:xfrm>
            <a:custGeom>
              <a:avLst/>
              <a:gdLst/>
              <a:ahLst/>
              <a:cxnLst/>
              <a:rect r="r" b="b" t="t" l="l"/>
              <a:pathLst>
                <a:path h="2410076" w="1155816">
                  <a:moveTo>
                    <a:pt x="30351" y="0"/>
                  </a:moveTo>
                  <a:lnTo>
                    <a:pt x="1125465" y="0"/>
                  </a:lnTo>
                  <a:cubicBezTo>
                    <a:pt x="1133514" y="0"/>
                    <a:pt x="1141234" y="3198"/>
                    <a:pt x="1146926" y="8890"/>
                  </a:cubicBezTo>
                  <a:cubicBezTo>
                    <a:pt x="1152618" y="14582"/>
                    <a:pt x="1155816" y="22302"/>
                    <a:pt x="1155816" y="30351"/>
                  </a:cubicBezTo>
                  <a:lnTo>
                    <a:pt x="1155816" y="2379725"/>
                  </a:lnTo>
                  <a:cubicBezTo>
                    <a:pt x="1155816" y="2387775"/>
                    <a:pt x="1152618" y="2395495"/>
                    <a:pt x="1146926" y="2401187"/>
                  </a:cubicBezTo>
                  <a:cubicBezTo>
                    <a:pt x="1141234" y="2406879"/>
                    <a:pt x="1133514" y="2410076"/>
                    <a:pt x="1125465" y="2410076"/>
                  </a:cubicBezTo>
                  <a:lnTo>
                    <a:pt x="30351" y="2410076"/>
                  </a:lnTo>
                  <a:cubicBezTo>
                    <a:pt x="22302" y="2410076"/>
                    <a:pt x="14582" y="2406879"/>
                    <a:pt x="8890" y="2401187"/>
                  </a:cubicBezTo>
                  <a:cubicBezTo>
                    <a:pt x="3198" y="2395495"/>
                    <a:pt x="0" y="2387775"/>
                    <a:pt x="0" y="2379725"/>
                  </a:cubicBezTo>
                  <a:lnTo>
                    <a:pt x="0" y="30351"/>
                  </a:lnTo>
                  <a:cubicBezTo>
                    <a:pt x="0" y="22302"/>
                    <a:pt x="3198" y="14582"/>
                    <a:pt x="8890" y="8890"/>
                  </a:cubicBezTo>
                  <a:cubicBezTo>
                    <a:pt x="14582" y="3198"/>
                    <a:pt x="22302" y="0"/>
                    <a:pt x="30351" y="0"/>
                  </a:cubicBezTo>
                  <a:close/>
                </a:path>
              </a:pathLst>
            </a:custGeom>
            <a:solidFill>
              <a:srgbClr val="6E82D9"/>
            </a:solidFill>
            <a:ln cap="rnd">
              <a:noFill/>
              <a:prstDash val="solid"/>
              <a:round/>
            </a:ln>
          </p:spPr>
        </p:sp>
        <p:sp>
          <p:nvSpPr>
            <p:cNvPr name="TextBox 16" id="16"/>
            <p:cNvSpPr txBox="true"/>
            <p:nvPr/>
          </p:nvSpPr>
          <p:spPr>
            <a:xfrm>
              <a:off x="0" y="0"/>
              <a:ext cx="1155816" cy="2410076"/>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17" id="17"/>
          <p:cNvSpPr txBox="true"/>
          <p:nvPr/>
        </p:nvSpPr>
        <p:spPr>
          <a:xfrm rot="0">
            <a:off x="6705335" y="4110874"/>
            <a:ext cx="4958667" cy="3462655"/>
          </a:xfrm>
          <a:prstGeom prst="rect">
            <a:avLst/>
          </a:prstGeom>
        </p:spPr>
        <p:txBody>
          <a:bodyPr anchor="t" rtlCol="false" tIns="0" lIns="0" bIns="0" rIns="0">
            <a:spAutoFit/>
          </a:bodyPr>
          <a:lstStyle/>
          <a:p>
            <a:pPr algn="l" marL="0" indent="0" lvl="0">
              <a:lnSpc>
                <a:spcPts val="3919"/>
              </a:lnSpc>
            </a:pPr>
            <a:r>
              <a:rPr lang="en-US" b="true" sz="2799" spc="41">
                <a:solidFill>
                  <a:srgbClr val="FFFFFF"/>
                </a:solidFill>
                <a:latin typeface="Open Sauce Bold"/>
                <a:ea typeface="Open Sauce Bold"/>
                <a:cs typeface="Open Sauce Bold"/>
                <a:sym typeface="Open Sauce Bold"/>
              </a:rPr>
              <a:t>T</a:t>
            </a:r>
            <a:r>
              <a:rPr lang="en-US" b="true" sz="2799" spc="41" u="none">
                <a:solidFill>
                  <a:srgbClr val="FFFFFF"/>
                </a:solidFill>
                <a:latin typeface="Open Sauce Bold"/>
                <a:ea typeface="Open Sauce Bold"/>
                <a:cs typeface="Open Sauce Bold"/>
                <a:sym typeface="Open Sauce Bold"/>
              </a:rPr>
              <a:t>o develop a secure and intelligent digital banking dashboard that unifies accounts, transactions, budgeting, bills, rewards, and financial insights into one seamless platform.</a:t>
            </a:r>
          </a:p>
        </p:txBody>
      </p:sp>
      <p:sp>
        <p:nvSpPr>
          <p:cNvPr name="TextBox 18" id="18"/>
          <p:cNvSpPr txBox="true"/>
          <p:nvPr/>
        </p:nvSpPr>
        <p:spPr>
          <a:xfrm rot="0">
            <a:off x="7666649" y="2007742"/>
            <a:ext cx="2607586" cy="582306"/>
          </a:xfrm>
          <a:prstGeom prst="rect">
            <a:avLst/>
          </a:prstGeom>
        </p:spPr>
        <p:txBody>
          <a:bodyPr anchor="t" rtlCol="false" tIns="0" lIns="0" bIns="0" rIns="0">
            <a:spAutoFit/>
          </a:bodyPr>
          <a:lstStyle/>
          <a:p>
            <a:pPr algn="ctr" marL="0" indent="0" lvl="0">
              <a:lnSpc>
                <a:spcPts val="4642"/>
              </a:lnSpc>
              <a:spcBef>
                <a:spcPct val="0"/>
              </a:spcBef>
            </a:pPr>
            <a:r>
              <a:rPr lang="en-US" sz="4002" spc="-204">
                <a:solidFill>
                  <a:srgbClr val="FBF6F1"/>
                </a:solidFill>
                <a:latin typeface="DM Serif Display"/>
                <a:ea typeface="DM Serif Display"/>
                <a:cs typeface="DM Serif Display"/>
                <a:sym typeface="DM Serif Display"/>
              </a:rPr>
              <a:t>MISSION</a:t>
            </a:r>
          </a:p>
        </p:txBody>
      </p:sp>
      <p:sp>
        <p:nvSpPr>
          <p:cNvPr name="TextBox 19" id="19"/>
          <p:cNvSpPr txBox="true"/>
          <p:nvPr/>
        </p:nvSpPr>
        <p:spPr>
          <a:xfrm rot="0">
            <a:off x="13483295" y="2007742"/>
            <a:ext cx="4804705" cy="582306"/>
          </a:xfrm>
          <a:prstGeom prst="rect">
            <a:avLst/>
          </a:prstGeom>
        </p:spPr>
        <p:txBody>
          <a:bodyPr anchor="t" rtlCol="false" tIns="0" lIns="0" bIns="0" rIns="0">
            <a:spAutoFit/>
          </a:bodyPr>
          <a:lstStyle/>
          <a:p>
            <a:pPr algn="l" marL="0" indent="0" lvl="0">
              <a:lnSpc>
                <a:spcPts val="4642"/>
              </a:lnSpc>
              <a:spcBef>
                <a:spcPct val="0"/>
              </a:spcBef>
            </a:pPr>
            <a:r>
              <a:rPr lang="en-US" sz="4002" spc="-204">
                <a:solidFill>
                  <a:srgbClr val="182D88"/>
                </a:solidFill>
                <a:latin typeface="DM Serif Display"/>
                <a:ea typeface="DM Serif Display"/>
                <a:cs typeface="DM Serif Display"/>
                <a:sym typeface="DM Serif Display"/>
              </a:rPr>
              <a:t>KEY FEATURES</a:t>
            </a:r>
          </a:p>
        </p:txBody>
      </p:sp>
      <p:sp>
        <p:nvSpPr>
          <p:cNvPr name="TextBox 20" id="20"/>
          <p:cNvSpPr txBox="true"/>
          <p:nvPr/>
        </p:nvSpPr>
        <p:spPr>
          <a:xfrm rot="0">
            <a:off x="12445623" y="3628782"/>
            <a:ext cx="5187438" cy="4474464"/>
          </a:xfrm>
          <a:prstGeom prst="rect">
            <a:avLst/>
          </a:prstGeom>
        </p:spPr>
        <p:txBody>
          <a:bodyPr anchor="t" rtlCol="false" tIns="0" lIns="0" bIns="0" rIns="0">
            <a:spAutoFit/>
          </a:bodyPr>
          <a:lstStyle/>
          <a:p>
            <a:pPr algn="l" marL="604532" indent="-302266" lvl="1">
              <a:lnSpc>
                <a:spcPts val="3528"/>
              </a:lnSpc>
              <a:buFont typeface="Arial"/>
              <a:buChar char="•"/>
            </a:pPr>
            <a:r>
              <a:rPr lang="en-US" b="true" sz="2800" spc="8">
                <a:solidFill>
                  <a:srgbClr val="000000"/>
                </a:solidFill>
                <a:latin typeface="Open Sauce Medium"/>
                <a:ea typeface="Open Sauce Medium"/>
                <a:cs typeface="Open Sauce Medium"/>
                <a:sym typeface="Open Sauce Medium"/>
              </a:rPr>
              <a:t>Implement secure JWT-based authenticat</a:t>
            </a:r>
            <a:r>
              <a:rPr lang="en-US" b="true" sz="2800" spc="8" strike="noStrike" u="none">
                <a:solidFill>
                  <a:srgbClr val="000000"/>
                </a:solidFill>
                <a:latin typeface="Open Sauce Medium"/>
                <a:ea typeface="Open Sauce Medium"/>
                <a:cs typeface="Open Sauce Medium"/>
                <a:sym typeface="Open Sauce Medium"/>
              </a:rPr>
              <a:t>ion</a:t>
            </a:r>
          </a:p>
          <a:p>
            <a:pPr algn="l" marL="604532" indent="-302266" lvl="1">
              <a:lnSpc>
                <a:spcPts val="3528"/>
              </a:lnSpc>
              <a:buFont typeface="Arial"/>
              <a:buChar char="•"/>
            </a:pPr>
            <a:r>
              <a:rPr lang="en-US" b="true" sz="2800" spc="8" strike="noStrike" u="none">
                <a:solidFill>
                  <a:srgbClr val="000000"/>
                </a:solidFill>
                <a:latin typeface="Open Sauce Medium"/>
                <a:ea typeface="Open Sauce Medium"/>
                <a:cs typeface="Open Sauce Medium"/>
                <a:sym typeface="Open Sauce Medium"/>
              </a:rPr>
              <a:t>Enable multi-account and transaction management</a:t>
            </a:r>
          </a:p>
          <a:p>
            <a:pPr algn="l" marL="604532" indent="-302266" lvl="1">
              <a:lnSpc>
                <a:spcPts val="3528"/>
              </a:lnSpc>
              <a:buFont typeface="Arial"/>
              <a:buChar char="•"/>
            </a:pPr>
            <a:r>
              <a:rPr lang="en-US" b="true" sz="2800" spc="8" strike="noStrike" u="none">
                <a:solidFill>
                  <a:srgbClr val="000000"/>
                </a:solidFill>
                <a:latin typeface="Open Sauce Medium"/>
                <a:ea typeface="Open Sauce Medium"/>
                <a:cs typeface="Open Sauce Medium"/>
                <a:sym typeface="Open Sauce Medium"/>
              </a:rPr>
              <a:t>Provide budgeting and bill tracking features</a:t>
            </a:r>
          </a:p>
          <a:p>
            <a:pPr algn="l" marL="604532" indent="-302266" lvl="1">
              <a:lnSpc>
                <a:spcPts val="3528"/>
              </a:lnSpc>
              <a:buFont typeface="Arial"/>
              <a:buChar char="•"/>
            </a:pPr>
            <a:r>
              <a:rPr lang="en-US" b="true" sz="2800" spc="8" strike="noStrike" u="none">
                <a:solidFill>
                  <a:srgbClr val="000000"/>
                </a:solidFill>
                <a:latin typeface="Open Sauce Medium"/>
                <a:ea typeface="Open Sauce Medium"/>
                <a:cs typeface="Open Sauce Medium"/>
                <a:sym typeface="Open Sauce Medium"/>
              </a:rPr>
              <a:t>Deliver real-time insights and alerts.</a:t>
            </a:r>
          </a:p>
          <a:p>
            <a:pPr algn="l" marL="604532" indent="-302266" lvl="1">
              <a:lnSpc>
                <a:spcPts val="3528"/>
              </a:lnSpc>
              <a:buFont typeface="Arial"/>
              <a:buChar char="•"/>
            </a:pPr>
            <a:r>
              <a:rPr lang="en-US" b="true" sz="2800" spc="8" strike="noStrike" u="none">
                <a:solidFill>
                  <a:srgbClr val="000000"/>
                </a:solidFill>
                <a:latin typeface="Open Sauce Medium"/>
                <a:ea typeface="Open Sauce Medium"/>
                <a:cs typeface="Open Sauce Medium"/>
                <a:sym typeface="Open Sauce Medium"/>
              </a:rPr>
              <a:t>Build a scalable full-stack solution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028700" y="2590800"/>
            <a:ext cx="3971535" cy="2723530"/>
            <a:chOff x="0" y="0"/>
            <a:chExt cx="3825936" cy="2623683"/>
          </a:xfrm>
        </p:grpSpPr>
        <p:sp>
          <p:nvSpPr>
            <p:cNvPr name="Freeform 4" id="4"/>
            <p:cNvSpPr/>
            <p:nvPr/>
          </p:nvSpPr>
          <p:spPr>
            <a:xfrm flipH="false" flipV="false" rot="0">
              <a:off x="0" y="0"/>
              <a:ext cx="3825936" cy="2623683"/>
            </a:xfrm>
            <a:custGeom>
              <a:avLst/>
              <a:gdLst/>
              <a:ahLst/>
              <a:cxnLst/>
              <a:rect r="r" b="b" t="t" l="l"/>
              <a:pathLst>
                <a:path h="2623683" w="3825936">
                  <a:moveTo>
                    <a:pt x="74075" y="0"/>
                  </a:moveTo>
                  <a:lnTo>
                    <a:pt x="3751861" y="0"/>
                  </a:lnTo>
                  <a:cubicBezTo>
                    <a:pt x="3771507" y="0"/>
                    <a:pt x="3790348" y="7804"/>
                    <a:pt x="3804240" y="21696"/>
                  </a:cubicBezTo>
                  <a:cubicBezTo>
                    <a:pt x="3818132" y="35588"/>
                    <a:pt x="3825936" y="54429"/>
                    <a:pt x="3825936" y="74075"/>
                  </a:cubicBezTo>
                  <a:lnTo>
                    <a:pt x="3825936" y="2549608"/>
                  </a:lnTo>
                  <a:cubicBezTo>
                    <a:pt x="3825936" y="2590519"/>
                    <a:pt x="3792772" y="2623683"/>
                    <a:pt x="3751861" y="2623683"/>
                  </a:cubicBezTo>
                  <a:lnTo>
                    <a:pt x="74075" y="2623683"/>
                  </a:lnTo>
                  <a:cubicBezTo>
                    <a:pt x="33165" y="2623683"/>
                    <a:pt x="0" y="2590519"/>
                    <a:pt x="0" y="2549608"/>
                  </a:cubicBezTo>
                  <a:lnTo>
                    <a:pt x="0" y="74075"/>
                  </a:lnTo>
                  <a:cubicBezTo>
                    <a:pt x="0" y="33165"/>
                    <a:pt x="33165" y="0"/>
                    <a:pt x="74075" y="0"/>
                  </a:cubicBezTo>
                  <a:close/>
                </a:path>
              </a:pathLst>
            </a:custGeom>
            <a:solidFill>
              <a:srgbClr val="6E82D9"/>
            </a:solidFill>
          </p:spPr>
        </p:sp>
        <p:sp>
          <p:nvSpPr>
            <p:cNvPr name="TextBox 5" id="5"/>
            <p:cNvSpPr txBox="true"/>
            <p:nvPr/>
          </p:nvSpPr>
          <p:spPr>
            <a:xfrm>
              <a:off x="0" y="-28575"/>
              <a:ext cx="3825936" cy="2652258"/>
            </a:xfrm>
            <a:prstGeom prst="rect">
              <a:avLst/>
            </a:prstGeom>
          </p:spPr>
          <p:txBody>
            <a:bodyPr anchor="ctr" rtlCol="false" tIns="50800" lIns="50800" bIns="50800" rIns="50800"/>
            <a:lstStyle/>
            <a:p>
              <a:pPr algn="ctr">
                <a:lnSpc>
                  <a:spcPts val="1960"/>
                </a:lnSpc>
                <a:spcBef>
                  <a:spcPct val="0"/>
                </a:spcBef>
              </a:pPr>
            </a:p>
          </p:txBody>
        </p:sp>
      </p:grpSp>
      <p:grpSp>
        <p:nvGrpSpPr>
          <p:cNvPr name="Group 6" id="6"/>
          <p:cNvGrpSpPr/>
          <p:nvPr/>
        </p:nvGrpSpPr>
        <p:grpSpPr>
          <a:xfrm rot="0">
            <a:off x="1241435" y="2847960"/>
            <a:ext cx="3546064" cy="2113319"/>
            <a:chOff x="0" y="0"/>
            <a:chExt cx="3416064" cy="2035844"/>
          </a:xfrm>
        </p:grpSpPr>
        <p:sp>
          <p:nvSpPr>
            <p:cNvPr name="Freeform 7" id="7"/>
            <p:cNvSpPr/>
            <p:nvPr/>
          </p:nvSpPr>
          <p:spPr>
            <a:xfrm flipH="false" flipV="false" rot="0">
              <a:off x="0" y="0"/>
              <a:ext cx="3416064" cy="2035844"/>
            </a:xfrm>
            <a:custGeom>
              <a:avLst/>
              <a:gdLst/>
              <a:ahLst/>
              <a:cxnLst/>
              <a:rect r="r" b="b" t="t" l="l"/>
              <a:pathLst>
                <a:path h="2035844" w="3416064">
                  <a:moveTo>
                    <a:pt x="48031" y="0"/>
                  </a:moveTo>
                  <a:lnTo>
                    <a:pt x="3368032" y="0"/>
                  </a:lnTo>
                  <a:cubicBezTo>
                    <a:pt x="3380771" y="0"/>
                    <a:pt x="3392988" y="5060"/>
                    <a:pt x="3401995" y="14068"/>
                  </a:cubicBezTo>
                  <a:cubicBezTo>
                    <a:pt x="3411003" y="23076"/>
                    <a:pt x="3416064" y="35293"/>
                    <a:pt x="3416064" y="48031"/>
                  </a:cubicBezTo>
                  <a:lnTo>
                    <a:pt x="3416064" y="1987812"/>
                  </a:lnTo>
                  <a:cubicBezTo>
                    <a:pt x="3416064" y="2014339"/>
                    <a:pt x="3394559" y="2035844"/>
                    <a:pt x="3368032" y="2035844"/>
                  </a:cubicBezTo>
                  <a:lnTo>
                    <a:pt x="48031" y="2035844"/>
                  </a:lnTo>
                  <a:cubicBezTo>
                    <a:pt x="35293" y="2035844"/>
                    <a:pt x="23076" y="2030783"/>
                    <a:pt x="14068" y="2021775"/>
                  </a:cubicBezTo>
                  <a:cubicBezTo>
                    <a:pt x="5060" y="2012768"/>
                    <a:pt x="0" y="2000551"/>
                    <a:pt x="0" y="1987812"/>
                  </a:cubicBezTo>
                  <a:lnTo>
                    <a:pt x="0" y="48031"/>
                  </a:lnTo>
                  <a:cubicBezTo>
                    <a:pt x="0" y="35293"/>
                    <a:pt x="5060" y="23076"/>
                    <a:pt x="14068" y="14068"/>
                  </a:cubicBezTo>
                  <a:cubicBezTo>
                    <a:pt x="23076" y="5060"/>
                    <a:pt x="35293" y="0"/>
                    <a:pt x="48031" y="0"/>
                  </a:cubicBezTo>
                  <a:close/>
                </a:path>
              </a:pathLst>
            </a:custGeom>
            <a:ln w="38100" cap="rnd">
              <a:solidFill>
                <a:srgbClr val="FBF6F1"/>
              </a:solidFill>
              <a:prstDash val="dash"/>
              <a:round/>
            </a:ln>
          </p:spPr>
        </p:sp>
        <p:sp>
          <p:nvSpPr>
            <p:cNvPr name="TextBox 8" id="8"/>
            <p:cNvSpPr txBox="true"/>
            <p:nvPr/>
          </p:nvSpPr>
          <p:spPr>
            <a:xfrm>
              <a:off x="0" y="-28575"/>
              <a:ext cx="3416064" cy="2064419"/>
            </a:xfrm>
            <a:prstGeom prst="rect">
              <a:avLst/>
            </a:prstGeom>
          </p:spPr>
          <p:txBody>
            <a:bodyPr anchor="ctr" rtlCol="false" tIns="50800" lIns="50800" bIns="50800" rIns="50800"/>
            <a:lstStyle/>
            <a:p>
              <a:pPr algn="ctr">
                <a:lnSpc>
                  <a:spcPts val="1960"/>
                </a:lnSpc>
                <a:spcBef>
                  <a:spcPct val="0"/>
                </a:spcBef>
              </a:pPr>
            </a:p>
          </p:txBody>
        </p:sp>
      </p:grpSp>
      <p:sp>
        <p:nvSpPr>
          <p:cNvPr name="TextBox 9" id="9"/>
          <p:cNvSpPr txBox="true"/>
          <p:nvPr/>
        </p:nvSpPr>
        <p:spPr>
          <a:xfrm rot="0">
            <a:off x="1434686" y="2994170"/>
            <a:ext cx="3350779" cy="1967109"/>
          </a:xfrm>
          <a:prstGeom prst="rect">
            <a:avLst/>
          </a:prstGeom>
        </p:spPr>
        <p:txBody>
          <a:bodyPr anchor="t" rtlCol="false" tIns="0" lIns="0" bIns="0" rIns="0">
            <a:spAutoFit/>
          </a:bodyPr>
          <a:lstStyle/>
          <a:p>
            <a:pPr algn="just" marL="0" indent="0" lvl="0">
              <a:lnSpc>
                <a:spcPts val="3926"/>
              </a:lnSpc>
            </a:pPr>
            <a:r>
              <a:rPr lang="en-US" b="true" sz="2804">
                <a:solidFill>
                  <a:srgbClr val="FFFFFF"/>
                </a:solidFill>
                <a:latin typeface="Open Sauce Bold"/>
                <a:ea typeface="Open Sauce Bold"/>
                <a:cs typeface="Open Sauce Bold"/>
                <a:sym typeface="Open Sauce Bold"/>
              </a:rPr>
              <a:t>F</a:t>
            </a:r>
            <a:r>
              <a:rPr lang="en-US" b="true" sz="2804" u="none">
                <a:solidFill>
                  <a:srgbClr val="FFFFFF"/>
                </a:solidFill>
                <a:latin typeface="Open Sauce Bold"/>
                <a:ea typeface="Open Sauce Bold"/>
                <a:cs typeface="Open Sauce Bold"/>
                <a:sym typeface="Open Sauce Bold"/>
              </a:rPr>
              <a:t>rontend</a:t>
            </a:r>
          </a:p>
          <a:p>
            <a:pPr algn="just" marL="605548" indent="-302774" lvl="1">
              <a:lnSpc>
                <a:spcPts val="3926"/>
              </a:lnSpc>
              <a:buFont typeface="Arial"/>
              <a:buChar char="•"/>
            </a:pPr>
            <a:r>
              <a:rPr lang="en-US" b="true" sz="2804" u="none">
                <a:solidFill>
                  <a:srgbClr val="FFFFFF"/>
                </a:solidFill>
                <a:latin typeface="Open Sauce Bold"/>
                <a:ea typeface="Open Sauce Bold"/>
                <a:cs typeface="Open Sauce Bold"/>
                <a:sym typeface="Open Sauce Bold"/>
              </a:rPr>
              <a:t>React.js</a:t>
            </a:r>
          </a:p>
          <a:p>
            <a:pPr algn="just" marL="605548" indent="-302774" lvl="1">
              <a:lnSpc>
                <a:spcPts val="3926"/>
              </a:lnSpc>
              <a:buFont typeface="Arial"/>
              <a:buChar char="•"/>
            </a:pPr>
            <a:r>
              <a:rPr lang="en-US" b="true" sz="2804" u="none">
                <a:solidFill>
                  <a:srgbClr val="FFFFFF"/>
                </a:solidFill>
                <a:latin typeface="Open Sauce Bold"/>
                <a:ea typeface="Open Sauce Bold"/>
                <a:cs typeface="Open Sauce Bold"/>
                <a:sym typeface="Open Sauce Bold"/>
              </a:rPr>
              <a:t>Tailwind CSS</a:t>
            </a:r>
          </a:p>
          <a:p>
            <a:pPr algn="just" marL="0" indent="0" lvl="0">
              <a:lnSpc>
                <a:spcPts val="3926"/>
              </a:lnSpc>
            </a:pPr>
          </a:p>
        </p:txBody>
      </p:sp>
      <p:sp>
        <p:nvSpPr>
          <p:cNvPr name="TextBox 10" id="10"/>
          <p:cNvSpPr txBox="true"/>
          <p:nvPr/>
        </p:nvSpPr>
        <p:spPr>
          <a:xfrm rot="0">
            <a:off x="730748" y="1057275"/>
            <a:ext cx="6285546" cy="878216"/>
          </a:xfrm>
          <a:prstGeom prst="rect">
            <a:avLst/>
          </a:prstGeom>
        </p:spPr>
        <p:txBody>
          <a:bodyPr anchor="t" rtlCol="false" tIns="0" lIns="0" bIns="0" rIns="0">
            <a:spAutoFit/>
          </a:bodyPr>
          <a:lstStyle/>
          <a:p>
            <a:pPr algn="l" marL="0" indent="0" lvl="0">
              <a:lnSpc>
                <a:spcPts val="6962"/>
              </a:lnSpc>
              <a:spcBef>
                <a:spcPct val="0"/>
              </a:spcBef>
            </a:pPr>
            <a:r>
              <a:rPr lang="en-US" b="true" sz="6002" spc="-306">
                <a:solidFill>
                  <a:srgbClr val="182D88"/>
                </a:solidFill>
                <a:latin typeface="Open Sauce Semi-Bold"/>
                <a:ea typeface="Open Sauce Semi-Bold"/>
                <a:cs typeface="Open Sauce Semi-Bold"/>
                <a:sym typeface="Open Sauce Semi-Bold"/>
              </a:rPr>
              <a:t>TECH STACK</a:t>
            </a:r>
          </a:p>
        </p:txBody>
      </p:sp>
      <p:grpSp>
        <p:nvGrpSpPr>
          <p:cNvPr name="Group 11" id="11"/>
          <p:cNvGrpSpPr/>
          <p:nvPr/>
        </p:nvGrpSpPr>
        <p:grpSpPr>
          <a:xfrm rot="0">
            <a:off x="6138014" y="2542854"/>
            <a:ext cx="3971535" cy="2723530"/>
            <a:chOff x="0" y="0"/>
            <a:chExt cx="3825936" cy="2623683"/>
          </a:xfrm>
        </p:grpSpPr>
        <p:sp>
          <p:nvSpPr>
            <p:cNvPr name="Freeform 12" id="12"/>
            <p:cNvSpPr/>
            <p:nvPr/>
          </p:nvSpPr>
          <p:spPr>
            <a:xfrm flipH="false" flipV="false" rot="0">
              <a:off x="0" y="0"/>
              <a:ext cx="3825936" cy="2623683"/>
            </a:xfrm>
            <a:custGeom>
              <a:avLst/>
              <a:gdLst/>
              <a:ahLst/>
              <a:cxnLst/>
              <a:rect r="r" b="b" t="t" l="l"/>
              <a:pathLst>
                <a:path h="2623683" w="3825936">
                  <a:moveTo>
                    <a:pt x="74075" y="0"/>
                  </a:moveTo>
                  <a:lnTo>
                    <a:pt x="3751861" y="0"/>
                  </a:lnTo>
                  <a:cubicBezTo>
                    <a:pt x="3771507" y="0"/>
                    <a:pt x="3790348" y="7804"/>
                    <a:pt x="3804240" y="21696"/>
                  </a:cubicBezTo>
                  <a:cubicBezTo>
                    <a:pt x="3818132" y="35588"/>
                    <a:pt x="3825936" y="54429"/>
                    <a:pt x="3825936" y="74075"/>
                  </a:cubicBezTo>
                  <a:lnTo>
                    <a:pt x="3825936" y="2549608"/>
                  </a:lnTo>
                  <a:cubicBezTo>
                    <a:pt x="3825936" y="2590519"/>
                    <a:pt x="3792772" y="2623683"/>
                    <a:pt x="3751861" y="2623683"/>
                  </a:cubicBezTo>
                  <a:lnTo>
                    <a:pt x="74075" y="2623683"/>
                  </a:lnTo>
                  <a:cubicBezTo>
                    <a:pt x="33165" y="2623683"/>
                    <a:pt x="0" y="2590519"/>
                    <a:pt x="0" y="2549608"/>
                  </a:cubicBezTo>
                  <a:lnTo>
                    <a:pt x="0" y="74075"/>
                  </a:lnTo>
                  <a:cubicBezTo>
                    <a:pt x="0" y="33165"/>
                    <a:pt x="33165" y="0"/>
                    <a:pt x="74075" y="0"/>
                  </a:cubicBezTo>
                  <a:close/>
                </a:path>
              </a:pathLst>
            </a:custGeom>
            <a:solidFill>
              <a:srgbClr val="6E82D9"/>
            </a:solidFill>
          </p:spPr>
        </p:sp>
        <p:sp>
          <p:nvSpPr>
            <p:cNvPr name="TextBox 13" id="13"/>
            <p:cNvSpPr txBox="true"/>
            <p:nvPr/>
          </p:nvSpPr>
          <p:spPr>
            <a:xfrm>
              <a:off x="0" y="-28575"/>
              <a:ext cx="3825936" cy="2652258"/>
            </a:xfrm>
            <a:prstGeom prst="rect">
              <a:avLst/>
            </a:prstGeom>
          </p:spPr>
          <p:txBody>
            <a:bodyPr anchor="ctr" rtlCol="false" tIns="50800" lIns="50800" bIns="50800" rIns="50800"/>
            <a:lstStyle/>
            <a:p>
              <a:pPr algn="ctr">
                <a:lnSpc>
                  <a:spcPts val="1960"/>
                </a:lnSpc>
                <a:spcBef>
                  <a:spcPct val="0"/>
                </a:spcBef>
              </a:pPr>
            </a:p>
          </p:txBody>
        </p:sp>
      </p:grpSp>
      <p:grpSp>
        <p:nvGrpSpPr>
          <p:cNvPr name="Group 14" id="14"/>
          <p:cNvGrpSpPr/>
          <p:nvPr/>
        </p:nvGrpSpPr>
        <p:grpSpPr>
          <a:xfrm rot="0">
            <a:off x="6350749" y="2800014"/>
            <a:ext cx="3546064" cy="2113319"/>
            <a:chOff x="0" y="0"/>
            <a:chExt cx="3416064" cy="2035844"/>
          </a:xfrm>
        </p:grpSpPr>
        <p:sp>
          <p:nvSpPr>
            <p:cNvPr name="Freeform 15" id="15"/>
            <p:cNvSpPr/>
            <p:nvPr/>
          </p:nvSpPr>
          <p:spPr>
            <a:xfrm flipH="false" flipV="false" rot="0">
              <a:off x="0" y="0"/>
              <a:ext cx="3416064" cy="2035844"/>
            </a:xfrm>
            <a:custGeom>
              <a:avLst/>
              <a:gdLst/>
              <a:ahLst/>
              <a:cxnLst/>
              <a:rect r="r" b="b" t="t" l="l"/>
              <a:pathLst>
                <a:path h="2035844" w="3416064">
                  <a:moveTo>
                    <a:pt x="48031" y="0"/>
                  </a:moveTo>
                  <a:lnTo>
                    <a:pt x="3368032" y="0"/>
                  </a:lnTo>
                  <a:cubicBezTo>
                    <a:pt x="3380771" y="0"/>
                    <a:pt x="3392988" y="5060"/>
                    <a:pt x="3401995" y="14068"/>
                  </a:cubicBezTo>
                  <a:cubicBezTo>
                    <a:pt x="3411003" y="23076"/>
                    <a:pt x="3416064" y="35293"/>
                    <a:pt x="3416064" y="48031"/>
                  </a:cubicBezTo>
                  <a:lnTo>
                    <a:pt x="3416064" y="1987812"/>
                  </a:lnTo>
                  <a:cubicBezTo>
                    <a:pt x="3416064" y="2014339"/>
                    <a:pt x="3394559" y="2035844"/>
                    <a:pt x="3368032" y="2035844"/>
                  </a:cubicBezTo>
                  <a:lnTo>
                    <a:pt x="48031" y="2035844"/>
                  </a:lnTo>
                  <a:cubicBezTo>
                    <a:pt x="35293" y="2035844"/>
                    <a:pt x="23076" y="2030783"/>
                    <a:pt x="14068" y="2021775"/>
                  </a:cubicBezTo>
                  <a:cubicBezTo>
                    <a:pt x="5060" y="2012768"/>
                    <a:pt x="0" y="2000551"/>
                    <a:pt x="0" y="1987812"/>
                  </a:cubicBezTo>
                  <a:lnTo>
                    <a:pt x="0" y="48031"/>
                  </a:lnTo>
                  <a:cubicBezTo>
                    <a:pt x="0" y="35293"/>
                    <a:pt x="5060" y="23076"/>
                    <a:pt x="14068" y="14068"/>
                  </a:cubicBezTo>
                  <a:cubicBezTo>
                    <a:pt x="23076" y="5060"/>
                    <a:pt x="35293" y="0"/>
                    <a:pt x="48031" y="0"/>
                  </a:cubicBezTo>
                  <a:close/>
                </a:path>
              </a:pathLst>
            </a:custGeom>
            <a:ln w="38100" cap="rnd">
              <a:solidFill>
                <a:srgbClr val="FBF6F1"/>
              </a:solidFill>
              <a:prstDash val="dash"/>
              <a:round/>
            </a:ln>
          </p:spPr>
        </p:sp>
        <p:sp>
          <p:nvSpPr>
            <p:cNvPr name="TextBox 16" id="16"/>
            <p:cNvSpPr txBox="true"/>
            <p:nvPr/>
          </p:nvSpPr>
          <p:spPr>
            <a:xfrm>
              <a:off x="0" y="-28575"/>
              <a:ext cx="3416064" cy="2064419"/>
            </a:xfrm>
            <a:prstGeom prst="rect">
              <a:avLst/>
            </a:prstGeom>
          </p:spPr>
          <p:txBody>
            <a:bodyPr anchor="ctr" rtlCol="false" tIns="50800" lIns="50800" bIns="50800" rIns="50800"/>
            <a:lstStyle/>
            <a:p>
              <a:pPr algn="ctr">
                <a:lnSpc>
                  <a:spcPts val="1960"/>
                </a:lnSpc>
                <a:spcBef>
                  <a:spcPct val="0"/>
                </a:spcBef>
              </a:pPr>
            </a:p>
          </p:txBody>
        </p:sp>
      </p:grpSp>
      <p:sp>
        <p:nvSpPr>
          <p:cNvPr name="TextBox 17" id="17"/>
          <p:cNvSpPr txBox="true"/>
          <p:nvPr/>
        </p:nvSpPr>
        <p:spPr>
          <a:xfrm rot="0">
            <a:off x="6546035" y="2994170"/>
            <a:ext cx="3350779" cy="1471809"/>
          </a:xfrm>
          <a:prstGeom prst="rect">
            <a:avLst/>
          </a:prstGeom>
        </p:spPr>
        <p:txBody>
          <a:bodyPr anchor="t" rtlCol="false" tIns="0" lIns="0" bIns="0" rIns="0">
            <a:spAutoFit/>
          </a:bodyPr>
          <a:lstStyle/>
          <a:p>
            <a:pPr algn="just" marL="0" indent="0" lvl="0">
              <a:lnSpc>
                <a:spcPts val="3926"/>
              </a:lnSpc>
            </a:pPr>
            <a:r>
              <a:rPr lang="en-US" b="true" sz="2804">
                <a:solidFill>
                  <a:srgbClr val="FFFFFF"/>
                </a:solidFill>
                <a:latin typeface="Open Sauce Bold"/>
                <a:ea typeface="Open Sauce Bold"/>
                <a:cs typeface="Open Sauce Bold"/>
                <a:sym typeface="Open Sauce Bold"/>
              </a:rPr>
              <a:t>Back</a:t>
            </a:r>
            <a:r>
              <a:rPr lang="en-US" b="true" sz="2804" u="none">
                <a:solidFill>
                  <a:srgbClr val="FFFFFF"/>
                </a:solidFill>
                <a:latin typeface="Open Sauce Bold"/>
                <a:ea typeface="Open Sauce Bold"/>
                <a:cs typeface="Open Sauce Bold"/>
                <a:sym typeface="Open Sauce Bold"/>
              </a:rPr>
              <a:t>end</a:t>
            </a:r>
          </a:p>
          <a:p>
            <a:pPr algn="just" marL="605548" indent="-302774" lvl="1">
              <a:lnSpc>
                <a:spcPts val="3926"/>
              </a:lnSpc>
              <a:buFont typeface="Arial"/>
              <a:buChar char="•"/>
            </a:pPr>
            <a:r>
              <a:rPr lang="en-US" b="true" sz="2804" u="none">
                <a:solidFill>
                  <a:srgbClr val="FFFFFF"/>
                </a:solidFill>
                <a:latin typeface="Open Sauce Bold"/>
                <a:ea typeface="Open Sauce Bold"/>
                <a:cs typeface="Open Sauce Bold"/>
                <a:sym typeface="Open Sauce Bold"/>
              </a:rPr>
              <a:t>FastAPI</a:t>
            </a:r>
          </a:p>
          <a:p>
            <a:pPr algn="just" marL="0" indent="0" lvl="0">
              <a:lnSpc>
                <a:spcPts val="3926"/>
              </a:lnSpc>
            </a:pPr>
          </a:p>
        </p:txBody>
      </p:sp>
      <p:grpSp>
        <p:nvGrpSpPr>
          <p:cNvPr name="Group 18" id="18"/>
          <p:cNvGrpSpPr/>
          <p:nvPr/>
        </p:nvGrpSpPr>
        <p:grpSpPr>
          <a:xfrm rot="0">
            <a:off x="11462099" y="2590800"/>
            <a:ext cx="3971535" cy="2723530"/>
            <a:chOff x="0" y="0"/>
            <a:chExt cx="3825936" cy="2623683"/>
          </a:xfrm>
        </p:grpSpPr>
        <p:sp>
          <p:nvSpPr>
            <p:cNvPr name="Freeform 19" id="19"/>
            <p:cNvSpPr/>
            <p:nvPr/>
          </p:nvSpPr>
          <p:spPr>
            <a:xfrm flipH="false" flipV="false" rot="0">
              <a:off x="0" y="0"/>
              <a:ext cx="3825936" cy="2623683"/>
            </a:xfrm>
            <a:custGeom>
              <a:avLst/>
              <a:gdLst/>
              <a:ahLst/>
              <a:cxnLst/>
              <a:rect r="r" b="b" t="t" l="l"/>
              <a:pathLst>
                <a:path h="2623683" w="3825936">
                  <a:moveTo>
                    <a:pt x="74075" y="0"/>
                  </a:moveTo>
                  <a:lnTo>
                    <a:pt x="3751861" y="0"/>
                  </a:lnTo>
                  <a:cubicBezTo>
                    <a:pt x="3771507" y="0"/>
                    <a:pt x="3790348" y="7804"/>
                    <a:pt x="3804240" y="21696"/>
                  </a:cubicBezTo>
                  <a:cubicBezTo>
                    <a:pt x="3818132" y="35588"/>
                    <a:pt x="3825936" y="54429"/>
                    <a:pt x="3825936" y="74075"/>
                  </a:cubicBezTo>
                  <a:lnTo>
                    <a:pt x="3825936" y="2549608"/>
                  </a:lnTo>
                  <a:cubicBezTo>
                    <a:pt x="3825936" y="2590519"/>
                    <a:pt x="3792772" y="2623683"/>
                    <a:pt x="3751861" y="2623683"/>
                  </a:cubicBezTo>
                  <a:lnTo>
                    <a:pt x="74075" y="2623683"/>
                  </a:lnTo>
                  <a:cubicBezTo>
                    <a:pt x="33165" y="2623683"/>
                    <a:pt x="0" y="2590519"/>
                    <a:pt x="0" y="2549608"/>
                  </a:cubicBezTo>
                  <a:lnTo>
                    <a:pt x="0" y="74075"/>
                  </a:lnTo>
                  <a:cubicBezTo>
                    <a:pt x="0" y="33165"/>
                    <a:pt x="33165" y="0"/>
                    <a:pt x="74075" y="0"/>
                  </a:cubicBezTo>
                  <a:close/>
                </a:path>
              </a:pathLst>
            </a:custGeom>
            <a:solidFill>
              <a:srgbClr val="6E82D9"/>
            </a:solidFill>
          </p:spPr>
        </p:sp>
        <p:sp>
          <p:nvSpPr>
            <p:cNvPr name="TextBox 20" id="20"/>
            <p:cNvSpPr txBox="true"/>
            <p:nvPr/>
          </p:nvSpPr>
          <p:spPr>
            <a:xfrm>
              <a:off x="0" y="-28575"/>
              <a:ext cx="3825936" cy="2652258"/>
            </a:xfrm>
            <a:prstGeom prst="rect">
              <a:avLst/>
            </a:prstGeom>
          </p:spPr>
          <p:txBody>
            <a:bodyPr anchor="ctr" rtlCol="false" tIns="50800" lIns="50800" bIns="50800" rIns="50800"/>
            <a:lstStyle/>
            <a:p>
              <a:pPr algn="ctr">
                <a:lnSpc>
                  <a:spcPts val="1960"/>
                </a:lnSpc>
                <a:spcBef>
                  <a:spcPct val="0"/>
                </a:spcBef>
              </a:pPr>
            </a:p>
          </p:txBody>
        </p:sp>
      </p:grpSp>
      <p:grpSp>
        <p:nvGrpSpPr>
          <p:cNvPr name="Group 21" id="21"/>
          <p:cNvGrpSpPr/>
          <p:nvPr/>
        </p:nvGrpSpPr>
        <p:grpSpPr>
          <a:xfrm rot="0">
            <a:off x="11674834" y="2847960"/>
            <a:ext cx="3546064" cy="2113319"/>
            <a:chOff x="0" y="0"/>
            <a:chExt cx="3416064" cy="2035844"/>
          </a:xfrm>
        </p:grpSpPr>
        <p:sp>
          <p:nvSpPr>
            <p:cNvPr name="Freeform 22" id="22"/>
            <p:cNvSpPr/>
            <p:nvPr/>
          </p:nvSpPr>
          <p:spPr>
            <a:xfrm flipH="false" flipV="false" rot="0">
              <a:off x="0" y="0"/>
              <a:ext cx="3416064" cy="2035844"/>
            </a:xfrm>
            <a:custGeom>
              <a:avLst/>
              <a:gdLst/>
              <a:ahLst/>
              <a:cxnLst/>
              <a:rect r="r" b="b" t="t" l="l"/>
              <a:pathLst>
                <a:path h="2035844" w="3416064">
                  <a:moveTo>
                    <a:pt x="48031" y="0"/>
                  </a:moveTo>
                  <a:lnTo>
                    <a:pt x="3368032" y="0"/>
                  </a:lnTo>
                  <a:cubicBezTo>
                    <a:pt x="3380771" y="0"/>
                    <a:pt x="3392988" y="5060"/>
                    <a:pt x="3401995" y="14068"/>
                  </a:cubicBezTo>
                  <a:cubicBezTo>
                    <a:pt x="3411003" y="23076"/>
                    <a:pt x="3416064" y="35293"/>
                    <a:pt x="3416064" y="48031"/>
                  </a:cubicBezTo>
                  <a:lnTo>
                    <a:pt x="3416064" y="1987812"/>
                  </a:lnTo>
                  <a:cubicBezTo>
                    <a:pt x="3416064" y="2014339"/>
                    <a:pt x="3394559" y="2035844"/>
                    <a:pt x="3368032" y="2035844"/>
                  </a:cubicBezTo>
                  <a:lnTo>
                    <a:pt x="48031" y="2035844"/>
                  </a:lnTo>
                  <a:cubicBezTo>
                    <a:pt x="35293" y="2035844"/>
                    <a:pt x="23076" y="2030783"/>
                    <a:pt x="14068" y="2021775"/>
                  </a:cubicBezTo>
                  <a:cubicBezTo>
                    <a:pt x="5060" y="2012768"/>
                    <a:pt x="0" y="2000551"/>
                    <a:pt x="0" y="1987812"/>
                  </a:cubicBezTo>
                  <a:lnTo>
                    <a:pt x="0" y="48031"/>
                  </a:lnTo>
                  <a:cubicBezTo>
                    <a:pt x="0" y="35293"/>
                    <a:pt x="5060" y="23076"/>
                    <a:pt x="14068" y="14068"/>
                  </a:cubicBezTo>
                  <a:cubicBezTo>
                    <a:pt x="23076" y="5060"/>
                    <a:pt x="35293" y="0"/>
                    <a:pt x="48031" y="0"/>
                  </a:cubicBezTo>
                  <a:close/>
                </a:path>
              </a:pathLst>
            </a:custGeom>
            <a:ln w="38100" cap="rnd">
              <a:solidFill>
                <a:srgbClr val="FBF6F1"/>
              </a:solidFill>
              <a:prstDash val="dash"/>
              <a:round/>
            </a:ln>
          </p:spPr>
        </p:sp>
        <p:sp>
          <p:nvSpPr>
            <p:cNvPr name="TextBox 23" id="23"/>
            <p:cNvSpPr txBox="true"/>
            <p:nvPr/>
          </p:nvSpPr>
          <p:spPr>
            <a:xfrm>
              <a:off x="0" y="-28575"/>
              <a:ext cx="3416064" cy="2064419"/>
            </a:xfrm>
            <a:prstGeom prst="rect">
              <a:avLst/>
            </a:prstGeom>
          </p:spPr>
          <p:txBody>
            <a:bodyPr anchor="ctr" rtlCol="false" tIns="50800" lIns="50800" bIns="50800" rIns="50800"/>
            <a:lstStyle/>
            <a:p>
              <a:pPr algn="ctr">
                <a:lnSpc>
                  <a:spcPts val="1960"/>
                </a:lnSpc>
                <a:spcBef>
                  <a:spcPct val="0"/>
                </a:spcBef>
              </a:pPr>
            </a:p>
          </p:txBody>
        </p:sp>
      </p:grpSp>
      <p:sp>
        <p:nvSpPr>
          <p:cNvPr name="TextBox 24" id="24"/>
          <p:cNvSpPr txBox="true"/>
          <p:nvPr/>
        </p:nvSpPr>
        <p:spPr>
          <a:xfrm rot="0">
            <a:off x="11674834" y="2994170"/>
            <a:ext cx="3563514" cy="1967109"/>
          </a:xfrm>
          <a:prstGeom prst="rect">
            <a:avLst/>
          </a:prstGeom>
        </p:spPr>
        <p:txBody>
          <a:bodyPr anchor="t" rtlCol="false" tIns="0" lIns="0" bIns="0" rIns="0">
            <a:spAutoFit/>
          </a:bodyPr>
          <a:lstStyle/>
          <a:p>
            <a:pPr algn="just" marL="0" indent="0" lvl="0">
              <a:lnSpc>
                <a:spcPts val="3926"/>
              </a:lnSpc>
            </a:pPr>
            <a:r>
              <a:rPr lang="en-US" b="true" sz="2804">
                <a:solidFill>
                  <a:srgbClr val="FFFFFF"/>
                </a:solidFill>
                <a:latin typeface="Open Sauce Bold"/>
                <a:ea typeface="Open Sauce Bold"/>
                <a:cs typeface="Open Sauce Bold"/>
                <a:sym typeface="Open Sauce Bold"/>
              </a:rPr>
              <a:t>Au</a:t>
            </a:r>
            <a:r>
              <a:rPr lang="en-US" b="true" sz="2804" u="none">
                <a:solidFill>
                  <a:srgbClr val="FFFFFF"/>
                </a:solidFill>
                <a:latin typeface="Open Sauce Bold"/>
                <a:ea typeface="Open Sauce Bold"/>
                <a:cs typeface="Open Sauce Bold"/>
                <a:sym typeface="Open Sauce Bold"/>
              </a:rPr>
              <a:t>thentication</a:t>
            </a:r>
          </a:p>
          <a:p>
            <a:pPr algn="just" marL="605548" indent="-302774" lvl="1">
              <a:lnSpc>
                <a:spcPts val="3926"/>
              </a:lnSpc>
              <a:buFont typeface="Arial"/>
              <a:buChar char="•"/>
            </a:pPr>
            <a:r>
              <a:rPr lang="en-US" b="true" sz="2804" u="none">
                <a:solidFill>
                  <a:srgbClr val="FFFFFF"/>
                </a:solidFill>
                <a:latin typeface="Open Sauce Bold"/>
                <a:ea typeface="Open Sauce Bold"/>
                <a:cs typeface="Open Sauce Bold"/>
                <a:sym typeface="Open Sauce Bold"/>
              </a:rPr>
              <a:t>JWT(Access+ </a:t>
            </a:r>
            <a:r>
              <a:rPr lang="en-US" b="true" sz="2804" u="none">
                <a:solidFill>
                  <a:srgbClr val="FFFFFF"/>
                </a:solidFill>
                <a:latin typeface="Open Sauce Bold"/>
                <a:ea typeface="Open Sauce Bold"/>
                <a:cs typeface="Open Sauce Bold"/>
                <a:sym typeface="Open Sauce Bold"/>
              </a:rPr>
              <a:t>Refresh Tokens)</a:t>
            </a:r>
          </a:p>
          <a:p>
            <a:pPr algn="just" marL="0" indent="0" lvl="0">
              <a:lnSpc>
                <a:spcPts val="3926"/>
              </a:lnSpc>
            </a:pPr>
          </a:p>
        </p:txBody>
      </p:sp>
      <p:grpSp>
        <p:nvGrpSpPr>
          <p:cNvPr name="Group 25" id="25"/>
          <p:cNvGrpSpPr/>
          <p:nvPr/>
        </p:nvGrpSpPr>
        <p:grpSpPr>
          <a:xfrm rot="0">
            <a:off x="8549486" y="6285559"/>
            <a:ext cx="3971535" cy="2723530"/>
            <a:chOff x="0" y="0"/>
            <a:chExt cx="3825936" cy="2623683"/>
          </a:xfrm>
        </p:grpSpPr>
        <p:sp>
          <p:nvSpPr>
            <p:cNvPr name="Freeform 26" id="26"/>
            <p:cNvSpPr/>
            <p:nvPr/>
          </p:nvSpPr>
          <p:spPr>
            <a:xfrm flipH="false" flipV="false" rot="0">
              <a:off x="0" y="0"/>
              <a:ext cx="3825936" cy="2623683"/>
            </a:xfrm>
            <a:custGeom>
              <a:avLst/>
              <a:gdLst/>
              <a:ahLst/>
              <a:cxnLst/>
              <a:rect r="r" b="b" t="t" l="l"/>
              <a:pathLst>
                <a:path h="2623683" w="3825936">
                  <a:moveTo>
                    <a:pt x="74075" y="0"/>
                  </a:moveTo>
                  <a:lnTo>
                    <a:pt x="3751861" y="0"/>
                  </a:lnTo>
                  <a:cubicBezTo>
                    <a:pt x="3771507" y="0"/>
                    <a:pt x="3790348" y="7804"/>
                    <a:pt x="3804240" y="21696"/>
                  </a:cubicBezTo>
                  <a:cubicBezTo>
                    <a:pt x="3818132" y="35588"/>
                    <a:pt x="3825936" y="54429"/>
                    <a:pt x="3825936" y="74075"/>
                  </a:cubicBezTo>
                  <a:lnTo>
                    <a:pt x="3825936" y="2549608"/>
                  </a:lnTo>
                  <a:cubicBezTo>
                    <a:pt x="3825936" y="2590519"/>
                    <a:pt x="3792772" y="2623683"/>
                    <a:pt x="3751861" y="2623683"/>
                  </a:cubicBezTo>
                  <a:lnTo>
                    <a:pt x="74075" y="2623683"/>
                  </a:lnTo>
                  <a:cubicBezTo>
                    <a:pt x="33165" y="2623683"/>
                    <a:pt x="0" y="2590519"/>
                    <a:pt x="0" y="2549608"/>
                  </a:cubicBezTo>
                  <a:lnTo>
                    <a:pt x="0" y="74075"/>
                  </a:lnTo>
                  <a:cubicBezTo>
                    <a:pt x="0" y="33165"/>
                    <a:pt x="33165" y="0"/>
                    <a:pt x="74075" y="0"/>
                  </a:cubicBezTo>
                  <a:close/>
                </a:path>
              </a:pathLst>
            </a:custGeom>
            <a:solidFill>
              <a:srgbClr val="6E82D9"/>
            </a:solidFill>
          </p:spPr>
        </p:sp>
        <p:sp>
          <p:nvSpPr>
            <p:cNvPr name="TextBox 27" id="27"/>
            <p:cNvSpPr txBox="true"/>
            <p:nvPr/>
          </p:nvSpPr>
          <p:spPr>
            <a:xfrm>
              <a:off x="0" y="-28575"/>
              <a:ext cx="3825936" cy="2652258"/>
            </a:xfrm>
            <a:prstGeom prst="rect">
              <a:avLst/>
            </a:prstGeom>
          </p:spPr>
          <p:txBody>
            <a:bodyPr anchor="ctr" rtlCol="false" tIns="50800" lIns="50800" bIns="50800" rIns="50800"/>
            <a:lstStyle/>
            <a:p>
              <a:pPr algn="ctr">
                <a:lnSpc>
                  <a:spcPts val="1960"/>
                </a:lnSpc>
                <a:spcBef>
                  <a:spcPct val="0"/>
                </a:spcBef>
              </a:pPr>
            </a:p>
          </p:txBody>
        </p:sp>
      </p:grpSp>
      <p:grpSp>
        <p:nvGrpSpPr>
          <p:cNvPr name="Group 28" id="28"/>
          <p:cNvGrpSpPr/>
          <p:nvPr/>
        </p:nvGrpSpPr>
        <p:grpSpPr>
          <a:xfrm rot="0">
            <a:off x="8762221" y="6638610"/>
            <a:ext cx="3546064" cy="2113319"/>
            <a:chOff x="0" y="0"/>
            <a:chExt cx="3416064" cy="2035844"/>
          </a:xfrm>
        </p:grpSpPr>
        <p:sp>
          <p:nvSpPr>
            <p:cNvPr name="Freeform 29" id="29"/>
            <p:cNvSpPr/>
            <p:nvPr/>
          </p:nvSpPr>
          <p:spPr>
            <a:xfrm flipH="false" flipV="false" rot="0">
              <a:off x="0" y="0"/>
              <a:ext cx="3416064" cy="2035844"/>
            </a:xfrm>
            <a:custGeom>
              <a:avLst/>
              <a:gdLst/>
              <a:ahLst/>
              <a:cxnLst/>
              <a:rect r="r" b="b" t="t" l="l"/>
              <a:pathLst>
                <a:path h="2035844" w="3416064">
                  <a:moveTo>
                    <a:pt x="48031" y="0"/>
                  </a:moveTo>
                  <a:lnTo>
                    <a:pt x="3368032" y="0"/>
                  </a:lnTo>
                  <a:cubicBezTo>
                    <a:pt x="3380771" y="0"/>
                    <a:pt x="3392988" y="5060"/>
                    <a:pt x="3401995" y="14068"/>
                  </a:cubicBezTo>
                  <a:cubicBezTo>
                    <a:pt x="3411003" y="23076"/>
                    <a:pt x="3416064" y="35293"/>
                    <a:pt x="3416064" y="48031"/>
                  </a:cubicBezTo>
                  <a:lnTo>
                    <a:pt x="3416064" y="1987812"/>
                  </a:lnTo>
                  <a:cubicBezTo>
                    <a:pt x="3416064" y="2014339"/>
                    <a:pt x="3394559" y="2035844"/>
                    <a:pt x="3368032" y="2035844"/>
                  </a:cubicBezTo>
                  <a:lnTo>
                    <a:pt x="48031" y="2035844"/>
                  </a:lnTo>
                  <a:cubicBezTo>
                    <a:pt x="35293" y="2035844"/>
                    <a:pt x="23076" y="2030783"/>
                    <a:pt x="14068" y="2021775"/>
                  </a:cubicBezTo>
                  <a:cubicBezTo>
                    <a:pt x="5060" y="2012768"/>
                    <a:pt x="0" y="2000551"/>
                    <a:pt x="0" y="1987812"/>
                  </a:cubicBezTo>
                  <a:lnTo>
                    <a:pt x="0" y="48031"/>
                  </a:lnTo>
                  <a:cubicBezTo>
                    <a:pt x="0" y="35293"/>
                    <a:pt x="5060" y="23076"/>
                    <a:pt x="14068" y="14068"/>
                  </a:cubicBezTo>
                  <a:cubicBezTo>
                    <a:pt x="23076" y="5060"/>
                    <a:pt x="35293" y="0"/>
                    <a:pt x="48031" y="0"/>
                  </a:cubicBezTo>
                  <a:close/>
                </a:path>
              </a:pathLst>
            </a:custGeom>
            <a:ln w="38100" cap="rnd">
              <a:solidFill>
                <a:srgbClr val="FBF6F1"/>
              </a:solidFill>
              <a:prstDash val="dash"/>
              <a:round/>
            </a:ln>
          </p:spPr>
        </p:sp>
        <p:sp>
          <p:nvSpPr>
            <p:cNvPr name="TextBox 30" id="30"/>
            <p:cNvSpPr txBox="true"/>
            <p:nvPr/>
          </p:nvSpPr>
          <p:spPr>
            <a:xfrm>
              <a:off x="0" y="-28575"/>
              <a:ext cx="3416064" cy="2064419"/>
            </a:xfrm>
            <a:prstGeom prst="rect">
              <a:avLst/>
            </a:prstGeom>
          </p:spPr>
          <p:txBody>
            <a:bodyPr anchor="ctr" rtlCol="false" tIns="50800" lIns="50800" bIns="50800" rIns="50800"/>
            <a:lstStyle/>
            <a:p>
              <a:pPr algn="ctr">
                <a:lnSpc>
                  <a:spcPts val="1960"/>
                </a:lnSpc>
                <a:spcBef>
                  <a:spcPct val="0"/>
                </a:spcBef>
              </a:pPr>
            </a:p>
          </p:txBody>
        </p:sp>
      </p:grpSp>
      <p:sp>
        <p:nvSpPr>
          <p:cNvPr name="TextBox 31" id="31"/>
          <p:cNvSpPr txBox="true"/>
          <p:nvPr/>
        </p:nvSpPr>
        <p:spPr>
          <a:xfrm rot="0">
            <a:off x="8859864" y="6736874"/>
            <a:ext cx="3448422" cy="1967109"/>
          </a:xfrm>
          <a:prstGeom prst="rect">
            <a:avLst/>
          </a:prstGeom>
        </p:spPr>
        <p:txBody>
          <a:bodyPr anchor="t" rtlCol="false" tIns="0" lIns="0" bIns="0" rIns="0">
            <a:spAutoFit/>
          </a:bodyPr>
          <a:lstStyle/>
          <a:p>
            <a:pPr algn="just">
              <a:lnSpc>
                <a:spcPts val="3926"/>
              </a:lnSpc>
            </a:pPr>
            <a:r>
              <a:rPr lang="en-US" b="true" sz="2804">
                <a:solidFill>
                  <a:srgbClr val="FFFFFF"/>
                </a:solidFill>
                <a:latin typeface="Open Sauce Bold"/>
                <a:ea typeface="Open Sauce Bold"/>
                <a:cs typeface="Open Sauce Bold"/>
                <a:sym typeface="Open Sauce Bold"/>
              </a:rPr>
              <a:t>I</a:t>
            </a:r>
            <a:r>
              <a:rPr lang="en-US" b="true" sz="2804" u="none">
                <a:solidFill>
                  <a:srgbClr val="FFFFFF"/>
                </a:solidFill>
                <a:latin typeface="Open Sauce Bold"/>
                <a:ea typeface="Open Sauce Bold"/>
                <a:cs typeface="Open Sauce Bold"/>
                <a:sym typeface="Open Sauce Bold"/>
              </a:rPr>
              <a:t>ntegrations</a:t>
            </a:r>
          </a:p>
          <a:p>
            <a:pPr algn="just" marL="605548" indent="-302774" lvl="1">
              <a:lnSpc>
                <a:spcPts val="3926"/>
              </a:lnSpc>
              <a:buFont typeface="Arial"/>
              <a:buChar char="•"/>
            </a:pPr>
            <a:r>
              <a:rPr lang="en-US" b="true" sz="2804" u="none">
                <a:solidFill>
                  <a:srgbClr val="FFFFFF"/>
                </a:solidFill>
                <a:latin typeface="Open Sauce Bold"/>
                <a:ea typeface="Open Sauce Bold"/>
                <a:cs typeface="Open Sauce Bold"/>
                <a:sym typeface="Open Sauce Bold"/>
              </a:rPr>
              <a:t>Exch</a:t>
            </a:r>
            <a:r>
              <a:rPr lang="en-US" b="true" sz="2804" u="none">
                <a:solidFill>
                  <a:srgbClr val="FFFFFF"/>
                </a:solidFill>
                <a:latin typeface="Open Sauce Bold"/>
                <a:ea typeface="Open Sauce Bold"/>
                <a:cs typeface="Open Sauce Bold"/>
                <a:sym typeface="Open Sauce Bold"/>
              </a:rPr>
              <a:t>angeRate API</a:t>
            </a:r>
          </a:p>
          <a:p>
            <a:pPr algn="just" marL="0" indent="0" lvl="0">
              <a:lnSpc>
                <a:spcPts val="3926"/>
              </a:lnSpc>
            </a:pPr>
          </a:p>
        </p:txBody>
      </p:sp>
      <p:grpSp>
        <p:nvGrpSpPr>
          <p:cNvPr name="Group 32" id="32"/>
          <p:cNvGrpSpPr/>
          <p:nvPr/>
        </p:nvGrpSpPr>
        <p:grpSpPr>
          <a:xfrm rot="0">
            <a:off x="3264510" y="6333504"/>
            <a:ext cx="3971535" cy="2723530"/>
            <a:chOff x="0" y="0"/>
            <a:chExt cx="3825936" cy="2623683"/>
          </a:xfrm>
        </p:grpSpPr>
        <p:sp>
          <p:nvSpPr>
            <p:cNvPr name="Freeform 33" id="33"/>
            <p:cNvSpPr/>
            <p:nvPr/>
          </p:nvSpPr>
          <p:spPr>
            <a:xfrm flipH="false" flipV="false" rot="0">
              <a:off x="0" y="0"/>
              <a:ext cx="3825936" cy="2623683"/>
            </a:xfrm>
            <a:custGeom>
              <a:avLst/>
              <a:gdLst/>
              <a:ahLst/>
              <a:cxnLst/>
              <a:rect r="r" b="b" t="t" l="l"/>
              <a:pathLst>
                <a:path h="2623683" w="3825936">
                  <a:moveTo>
                    <a:pt x="74075" y="0"/>
                  </a:moveTo>
                  <a:lnTo>
                    <a:pt x="3751861" y="0"/>
                  </a:lnTo>
                  <a:cubicBezTo>
                    <a:pt x="3771507" y="0"/>
                    <a:pt x="3790348" y="7804"/>
                    <a:pt x="3804240" y="21696"/>
                  </a:cubicBezTo>
                  <a:cubicBezTo>
                    <a:pt x="3818132" y="35588"/>
                    <a:pt x="3825936" y="54429"/>
                    <a:pt x="3825936" y="74075"/>
                  </a:cubicBezTo>
                  <a:lnTo>
                    <a:pt x="3825936" y="2549608"/>
                  </a:lnTo>
                  <a:cubicBezTo>
                    <a:pt x="3825936" y="2590519"/>
                    <a:pt x="3792772" y="2623683"/>
                    <a:pt x="3751861" y="2623683"/>
                  </a:cubicBezTo>
                  <a:lnTo>
                    <a:pt x="74075" y="2623683"/>
                  </a:lnTo>
                  <a:cubicBezTo>
                    <a:pt x="33165" y="2623683"/>
                    <a:pt x="0" y="2590519"/>
                    <a:pt x="0" y="2549608"/>
                  </a:cubicBezTo>
                  <a:lnTo>
                    <a:pt x="0" y="74075"/>
                  </a:lnTo>
                  <a:cubicBezTo>
                    <a:pt x="0" y="33165"/>
                    <a:pt x="33165" y="0"/>
                    <a:pt x="74075" y="0"/>
                  </a:cubicBezTo>
                  <a:close/>
                </a:path>
              </a:pathLst>
            </a:custGeom>
            <a:solidFill>
              <a:srgbClr val="6E82D9"/>
            </a:solidFill>
          </p:spPr>
        </p:sp>
        <p:sp>
          <p:nvSpPr>
            <p:cNvPr name="TextBox 34" id="34"/>
            <p:cNvSpPr txBox="true"/>
            <p:nvPr/>
          </p:nvSpPr>
          <p:spPr>
            <a:xfrm>
              <a:off x="0" y="-28575"/>
              <a:ext cx="3825936" cy="2652258"/>
            </a:xfrm>
            <a:prstGeom prst="rect">
              <a:avLst/>
            </a:prstGeom>
          </p:spPr>
          <p:txBody>
            <a:bodyPr anchor="ctr" rtlCol="false" tIns="50800" lIns="50800" bIns="50800" rIns="50800"/>
            <a:lstStyle/>
            <a:p>
              <a:pPr algn="ctr">
                <a:lnSpc>
                  <a:spcPts val="1960"/>
                </a:lnSpc>
                <a:spcBef>
                  <a:spcPct val="0"/>
                </a:spcBef>
              </a:pPr>
            </a:p>
          </p:txBody>
        </p:sp>
      </p:grpSp>
      <p:grpSp>
        <p:nvGrpSpPr>
          <p:cNvPr name="Group 35" id="35"/>
          <p:cNvGrpSpPr/>
          <p:nvPr/>
        </p:nvGrpSpPr>
        <p:grpSpPr>
          <a:xfrm rot="0">
            <a:off x="3477246" y="6590664"/>
            <a:ext cx="3546064" cy="2113319"/>
            <a:chOff x="0" y="0"/>
            <a:chExt cx="3416064" cy="2035844"/>
          </a:xfrm>
        </p:grpSpPr>
        <p:sp>
          <p:nvSpPr>
            <p:cNvPr name="Freeform 36" id="36"/>
            <p:cNvSpPr/>
            <p:nvPr/>
          </p:nvSpPr>
          <p:spPr>
            <a:xfrm flipH="false" flipV="false" rot="0">
              <a:off x="0" y="0"/>
              <a:ext cx="3416064" cy="2035844"/>
            </a:xfrm>
            <a:custGeom>
              <a:avLst/>
              <a:gdLst/>
              <a:ahLst/>
              <a:cxnLst/>
              <a:rect r="r" b="b" t="t" l="l"/>
              <a:pathLst>
                <a:path h="2035844" w="3416064">
                  <a:moveTo>
                    <a:pt x="48031" y="0"/>
                  </a:moveTo>
                  <a:lnTo>
                    <a:pt x="3368032" y="0"/>
                  </a:lnTo>
                  <a:cubicBezTo>
                    <a:pt x="3380771" y="0"/>
                    <a:pt x="3392988" y="5060"/>
                    <a:pt x="3401995" y="14068"/>
                  </a:cubicBezTo>
                  <a:cubicBezTo>
                    <a:pt x="3411003" y="23076"/>
                    <a:pt x="3416064" y="35293"/>
                    <a:pt x="3416064" y="48031"/>
                  </a:cubicBezTo>
                  <a:lnTo>
                    <a:pt x="3416064" y="1987812"/>
                  </a:lnTo>
                  <a:cubicBezTo>
                    <a:pt x="3416064" y="2014339"/>
                    <a:pt x="3394559" y="2035844"/>
                    <a:pt x="3368032" y="2035844"/>
                  </a:cubicBezTo>
                  <a:lnTo>
                    <a:pt x="48031" y="2035844"/>
                  </a:lnTo>
                  <a:cubicBezTo>
                    <a:pt x="35293" y="2035844"/>
                    <a:pt x="23076" y="2030783"/>
                    <a:pt x="14068" y="2021775"/>
                  </a:cubicBezTo>
                  <a:cubicBezTo>
                    <a:pt x="5060" y="2012768"/>
                    <a:pt x="0" y="2000551"/>
                    <a:pt x="0" y="1987812"/>
                  </a:cubicBezTo>
                  <a:lnTo>
                    <a:pt x="0" y="48031"/>
                  </a:lnTo>
                  <a:cubicBezTo>
                    <a:pt x="0" y="35293"/>
                    <a:pt x="5060" y="23076"/>
                    <a:pt x="14068" y="14068"/>
                  </a:cubicBezTo>
                  <a:cubicBezTo>
                    <a:pt x="23076" y="5060"/>
                    <a:pt x="35293" y="0"/>
                    <a:pt x="48031" y="0"/>
                  </a:cubicBezTo>
                  <a:close/>
                </a:path>
              </a:pathLst>
            </a:custGeom>
            <a:ln w="38100" cap="rnd">
              <a:solidFill>
                <a:srgbClr val="FBF6F1"/>
              </a:solidFill>
              <a:prstDash val="dash"/>
              <a:round/>
            </a:ln>
          </p:spPr>
        </p:sp>
        <p:sp>
          <p:nvSpPr>
            <p:cNvPr name="TextBox 37" id="37"/>
            <p:cNvSpPr txBox="true"/>
            <p:nvPr/>
          </p:nvSpPr>
          <p:spPr>
            <a:xfrm>
              <a:off x="0" y="-28575"/>
              <a:ext cx="3416064" cy="2064419"/>
            </a:xfrm>
            <a:prstGeom prst="rect">
              <a:avLst/>
            </a:prstGeom>
          </p:spPr>
          <p:txBody>
            <a:bodyPr anchor="ctr" rtlCol="false" tIns="50800" lIns="50800" bIns="50800" rIns="50800"/>
            <a:lstStyle/>
            <a:p>
              <a:pPr algn="ctr">
                <a:lnSpc>
                  <a:spcPts val="1960"/>
                </a:lnSpc>
                <a:spcBef>
                  <a:spcPct val="0"/>
                </a:spcBef>
              </a:pPr>
            </a:p>
          </p:txBody>
        </p:sp>
      </p:grpSp>
      <p:sp>
        <p:nvSpPr>
          <p:cNvPr name="TextBox 38" id="38"/>
          <p:cNvSpPr txBox="true"/>
          <p:nvPr/>
        </p:nvSpPr>
        <p:spPr>
          <a:xfrm rot="0">
            <a:off x="3574889" y="6882844"/>
            <a:ext cx="3350779" cy="1471809"/>
          </a:xfrm>
          <a:prstGeom prst="rect">
            <a:avLst/>
          </a:prstGeom>
        </p:spPr>
        <p:txBody>
          <a:bodyPr anchor="t" rtlCol="false" tIns="0" lIns="0" bIns="0" rIns="0">
            <a:spAutoFit/>
          </a:bodyPr>
          <a:lstStyle/>
          <a:p>
            <a:pPr algn="just" marL="0" indent="0" lvl="0">
              <a:lnSpc>
                <a:spcPts val="3926"/>
              </a:lnSpc>
            </a:pPr>
            <a:r>
              <a:rPr lang="en-US" b="true" sz="2804">
                <a:solidFill>
                  <a:srgbClr val="FFFFFF"/>
                </a:solidFill>
                <a:latin typeface="Open Sauce Bold"/>
                <a:ea typeface="Open Sauce Bold"/>
                <a:cs typeface="Open Sauce Bold"/>
                <a:sym typeface="Open Sauce Bold"/>
              </a:rPr>
              <a:t>Da</a:t>
            </a:r>
            <a:r>
              <a:rPr lang="en-US" b="true" sz="2804" u="none">
                <a:solidFill>
                  <a:srgbClr val="FFFFFF"/>
                </a:solidFill>
                <a:latin typeface="Open Sauce Bold"/>
                <a:ea typeface="Open Sauce Bold"/>
                <a:cs typeface="Open Sauce Bold"/>
                <a:sym typeface="Open Sauce Bold"/>
              </a:rPr>
              <a:t>tabase</a:t>
            </a:r>
          </a:p>
          <a:p>
            <a:pPr algn="just" marL="605548" indent="-302774" lvl="1">
              <a:lnSpc>
                <a:spcPts val="3926"/>
              </a:lnSpc>
              <a:buFont typeface="Arial"/>
              <a:buChar char="•"/>
            </a:pPr>
            <a:r>
              <a:rPr lang="en-US" b="true" sz="2804" u="none">
                <a:solidFill>
                  <a:srgbClr val="FFFFFF"/>
                </a:solidFill>
                <a:latin typeface="Open Sauce Bold"/>
                <a:ea typeface="Open Sauce Bold"/>
                <a:cs typeface="Open Sauce Bold"/>
                <a:sym typeface="Open Sauce Bold"/>
              </a:rPr>
              <a:t>Postgr</a:t>
            </a:r>
            <a:r>
              <a:rPr lang="en-US" b="true" sz="2804" u="none">
                <a:solidFill>
                  <a:srgbClr val="FFFFFF"/>
                </a:solidFill>
                <a:latin typeface="Open Sauce Bold"/>
                <a:ea typeface="Open Sauce Bold"/>
                <a:cs typeface="Open Sauce Bold"/>
                <a:sym typeface="Open Sauce Bold"/>
              </a:rPr>
              <a:t>eSQL</a:t>
            </a:r>
          </a:p>
          <a:p>
            <a:pPr algn="just" marL="0" indent="0" lvl="0">
              <a:lnSpc>
                <a:spcPts val="3926"/>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64519" y="603880"/>
            <a:ext cx="8214704" cy="878216"/>
          </a:xfrm>
          <a:prstGeom prst="rect">
            <a:avLst/>
          </a:prstGeom>
        </p:spPr>
        <p:txBody>
          <a:bodyPr anchor="t" rtlCol="false" tIns="0" lIns="0" bIns="0" rIns="0">
            <a:spAutoFit/>
          </a:bodyPr>
          <a:lstStyle/>
          <a:p>
            <a:pPr algn="ctr" marL="0" indent="0" lvl="0">
              <a:lnSpc>
                <a:spcPts val="6962"/>
              </a:lnSpc>
              <a:spcBef>
                <a:spcPct val="0"/>
              </a:spcBef>
            </a:pPr>
            <a:r>
              <a:rPr lang="en-US" b="true" sz="6002" spc="-306">
                <a:solidFill>
                  <a:srgbClr val="5669C2"/>
                </a:solidFill>
                <a:latin typeface="Open Sauce Semi-Bold"/>
                <a:ea typeface="Open Sauce Semi-Bold"/>
                <a:cs typeface="Open Sauce Semi-Bold"/>
                <a:sym typeface="Open Sauce Semi-Bold"/>
              </a:rPr>
              <a:t>MILESTONE PLAN</a:t>
            </a:r>
          </a:p>
        </p:txBody>
      </p:sp>
      <p:sp>
        <p:nvSpPr>
          <p:cNvPr name="AutoShape 4" id="4"/>
          <p:cNvSpPr/>
          <p:nvPr/>
        </p:nvSpPr>
        <p:spPr>
          <a:xfrm>
            <a:off x="-520850" y="3581190"/>
            <a:ext cx="19814506" cy="0"/>
          </a:xfrm>
          <a:prstGeom prst="line">
            <a:avLst/>
          </a:prstGeom>
          <a:ln cap="flat" w="47625">
            <a:solidFill>
              <a:srgbClr val="0DA696"/>
            </a:solidFill>
            <a:prstDash val="sysDash"/>
            <a:headEnd type="none" len="sm" w="sm"/>
            <a:tailEnd type="none" len="sm" w="sm"/>
          </a:ln>
        </p:spPr>
      </p:sp>
      <p:sp>
        <p:nvSpPr>
          <p:cNvPr name="TextBox 5" id="5"/>
          <p:cNvSpPr txBox="true"/>
          <p:nvPr/>
        </p:nvSpPr>
        <p:spPr>
          <a:xfrm rot="0">
            <a:off x="967049" y="3094335"/>
            <a:ext cx="3556922" cy="510668"/>
          </a:xfrm>
          <a:prstGeom prst="rect">
            <a:avLst/>
          </a:prstGeom>
        </p:spPr>
        <p:txBody>
          <a:bodyPr anchor="t" rtlCol="false" tIns="0" lIns="0" bIns="0" rIns="0">
            <a:spAutoFit/>
          </a:bodyPr>
          <a:lstStyle/>
          <a:p>
            <a:pPr algn="ctr">
              <a:lnSpc>
                <a:spcPts val="3914"/>
              </a:lnSpc>
            </a:pPr>
            <a:r>
              <a:rPr lang="en-US" b="true" sz="3800">
                <a:solidFill>
                  <a:srgbClr val="3853E5"/>
                </a:solidFill>
                <a:latin typeface="Open Sauce Bold"/>
                <a:ea typeface="Open Sauce Bold"/>
                <a:cs typeface="Open Sauce Bold"/>
                <a:sym typeface="Open Sauce Bold"/>
              </a:rPr>
              <a:t>WEEKS 1-2</a:t>
            </a:r>
          </a:p>
        </p:txBody>
      </p:sp>
      <p:grpSp>
        <p:nvGrpSpPr>
          <p:cNvPr name="Group 6" id="6"/>
          <p:cNvGrpSpPr/>
          <p:nvPr/>
        </p:nvGrpSpPr>
        <p:grpSpPr>
          <a:xfrm rot="0">
            <a:off x="1059331" y="4056807"/>
            <a:ext cx="3556922" cy="4312743"/>
            <a:chOff x="0" y="0"/>
            <a:chExt cx="2709437" cy="3285173"/>
          </a:xfrm>
        </p:grpSpPr>
        <p:sp>
          <p:nvSpPr>
            <p:cNvPr name="Freeform 7" id="7"/>
            <p:cNvSpPr/>
            <p:nvPr/>
          </p:nvSpPr>
          <p:spPr>
            <a:xfrm flipH="false" flipV="false" rot="0">
              <a:off x="0" y="0"/>
              <a:ext cx="2709437" cy="3285173"/>
            </a:xfrm>
            <a:custGeom>
              <a:avLst/>
              <a:gdLst/>
              <a:ahLst/>
              <a:cxnLst/>
              <a:rect r="r" b="b" t="t" l="l"/>
              <a:pathLst>
                <a:path h="3285173" w="2709437">
                  <a:moveTo>
                    <a:pt x="82710" y="0"/>
                  </a:moveTo>
                  <a:lnTo>
                    <a:pt x="2626727" y="0"/>
                  </a:lnTo>
                  <a:cubicBezTo>
                    <a:pt x="2648663" y="0"/>
                    <a:pt x="2669700" y="8714"/>
                    <a:pt x="2685211" y="24225"/>
                  </a:cubicBezTo>
                  <a:cubicBezTo>
                    <a:pt x="2700723" y="39736"/>
                    <a:pt x="2709437" y="60774"/>
                    <a:pt x="2709437" y="82710"/>
                  </a:cubicBezTo>
                  <a:lnTo>
                    <a:pt x="2709437" y="3202463"/>
                  </a:lnTo>
                  <a:cubicBezTo>
                    <a:pt x="2709437" y="3224399"/>
                    <a:pt x="2700723" y="3245436"/>
                    <a:pt x="2685211" y="3260947"/>
                  </a:cubicBezTo>
                  <a:cubicBezTo>
                    <a:pt x="2669700" y="3276459"/>
                    <a:pt x="2648663" y="3285173"/>
                    <a:pt x="2626727" y="3285173"/>
                  </a:cubicBezTo>
                  <a:lnTo>
                    <a:pt x="82710" y="3285173"/>
                  </a:lnTo>
                  <a:cubicBezTo>
                    <a:pt x="60774" y="3285173"/>
                    <a:pt x="39736" y="3276459"/>
                    <a:pt x="24225" y="3260947"/>
                  </a:cubicBezTo>
                  <a:cubicBezTo>
                    <a:pt x="8714" y="3245436"/>
                    <a:pt x="0" y="3224399"/>
                    <a:pt x="0" y="3202463"/>
                  </a:cubicBezTo>
                  <a:lnTo>
                    <a:pt x="0" y="82710"/>
                  </a:lnTo>
                  <a:cubicBezTo>
                    <a:pt x="0" y="60774"/>
                    <a:pt x="8714" y="39736"/>
                    <a:pt x="24225" y="24225"/>
                  </a:cubicBezTo>
                  <a:cubicBezTo>
                    <a:pt x="39736" y="8714"/>
                    <a:pt x="60774" y="0"/>
                    <a:pt x="82710" y="0"/>
                  </a:cubicBezTo>
                  <a:close/>
                </a:path>
              </a:pathLst>
            </a:custGeom>
            <a:solidFill>
              <a:srgbClr val="6E82D9"/>
            </a:solidFill>
          </p:spPr>
        </p:sp>
        <p:sp>
          <p:nvSpPr>
            <p:cNvPr name="TextBox 8" id="8"/>
            <p:cNvSpPr txBox="true"/>
            <p:nvPr/>
          </p:nvSpPr>
          <p:spPr>
            <a:xfrm>
              <a:off x="0" y="-28575"/>
              <a:ext cx="2709437" cy="3313748"/>
            </a:xfrm>
            <a:prstGeom prst="rect">
              <a:avLst/>
            </a:prstGeom>
          </p:spPr>
          <p:txBody>
            <a:bodyPr anchor="ctr" rtlCol="false" tIns="50800" lIns="50800" bIns="50800" rIns="50800"/>
            <a:lstStyle/>
            <a:p>
              <a:pPr algn="ctr">
                <a:lnSpc>
                  <a:spcPts val="1960"/>
                </a:lnSpc>
                <a:spcBef>
                  <a:spcPct val="0"/>
                </a:spcBef>
              </a:pPr>
            </a:p>
          </p:txBody>
        </p:sp>
      </p:grpSp>
      <p:grpSp>
        <p:nvGrpSpPr>
          <p:cNvPr name="Group 9" id="9"/>
          <p:cNvGrpSpPr/>
          <p:nvPr/>
        </p:nvGrpSpPr>
        <p:grpSpPr>
          <a:xfrm rot="0">
            <a:off x="1151614" y="4361812"/>
            <a:ext cx="3372358" cy="781688"/>
            <a:chOff x="0" y="0"/>
            <a:chExt cx="2568847" cy="595440"/>
          </a:xfrm>
        </p:grpSpPr>
        <p:sp>
          <p:nvSpPr>
            <p:cNvPr name="Freeform 10" id="10"/>
            <p:cNvSpPr/>
            <p:nvPr/>
          </p:nvSpPr>
          <p:spPr>
            <a:xfrm flipH="false" flipV="false" rot="0">
              <a:off x="0" y="0"/>
              <a:ext cx="2568847" cy="595440"/>
            </a:xfrm>
            <a:custGeom>
              <a:avLst/>
              <a:gdLst/>
              <a:ahLst/>
              <a:cxnLst/>
              <a:rect r="r" b="b" t="t" l="l"/>
              <a:pathLst>
                <a:path h="595440" w="2568847">
                  <a:moveTo>
                    <a:pt x="50505" y="0"/>
                  </a:moveTo>
                  <a:lnTo>
                    <a:pt x="2518342" y="0"/>
                  </a:lnTo>
                  <a:cubicBezTo>
                    <a:pt x="2531737" y="0"/>
                    <a:pt x="2544583" y="5321"/>
                    <a:pt x="2554054" y="14793"/>
                  </a:cubicBezTo>
                  <a:cubicBezTo>
                    <a:pt x="2563526" y="24264"/>
                    <a:pt x="2568847" y="37111"/>
                    <a:pt x="2568847" y="50505"/>
                  </a:cubicBezTo>
                  <a:lnTo>
                    <a:pt x="2568847" y="544934"/>
                  </a:lnTo>
                  <a:cubicBezTo>
                    <a:pt x="2568847" y="558329"/>
                    <a:pt x="2563526" y="571175"/>
                    <a:pt x="2554054" y="580647"/>
                  </a:cubicBezTo>
                  <a:cubicBezTo>
                    <a:pt x="2544583" y="590119"/>
                    <a:pt x="2531737" y="595440"/>
                    <a:pt x="2518342" y="595440"/>
                  </a:cubicBezTo>
                  <a:lnTo>
                    <a:pt x="50505" y="595440"/>
                  </a:lnTo>
                  <a:cubicBezTo>
                    <a:pt x="37111" y="595440"/>
                    <a:pt x="24264" y="590119"/>
                    <a:pt x="14793" y="580647"/>
                  </a:cubicBezTo>
                  <a:cubicBezTo>
                    <a:pt x="5321" y="571175"/>
                    <a:pt x="0" y="558329"/>
                    <a:pt x="0" y="544934"/>
                  </a:cubicBezTo>
                  <a:lnTo>
                    <a:pt x="0" y="50505"/>
                  </a:lnTo>
                  <a:cubicBezTo>
                    <a:pt x="0" y="37111"/>
                    <a:pt x="5321" y="24264"/>
                    <a:pt x="14793" y="14793"/>
                  </a:cubicBezTo>
                  <a:cubicBezTo>
                    <a:pt x="24264" y="5321"/>
                    <a:pt x="37111" y="0"/>
                    <a:pt x="50505" y="0"/>
                  </a:cubicBezTo>
                  <a:close/>
                </a:path>
              </a:pathLst>
            </a:custGeom>
            <a:solidFill>
              <a:srgbClr val="FBF6F1"/>
            </a:solidFill>
            <a:ln w="38100" cap="rnd">
              <a:solidFill>
                <a:srgbClr val="FBF6F1"/>
              </a:solidFill>
              <a:prstDash val="dash"/>
              <a:round/>
            </a:ln>
          </p:spPr>
        </p:sp>
        <p:sp>
          <p:nvSpPr>
            <p:cNvPr name="TextBox 11" id="11"/>
            <p:cNvSpPr txBox="true"/>
            <p:nvPr/>
          </p:nvSpPr>
          <p:spPr>
            <a:xfrm>
              <a:off x="0" y="-38100"/>
              <a:ext cx="2568847" cy="633540"/>
            </a:xfrm>
            <a:prstGeom prst="rect">
              <a:avLst/>
            </a:prstGeom>
          </p:spPr>
          <p:txBody>
            <a:bodyPr anchor="ctr" rtlCol="false" tIns="50800" lIns="50800" bIns="50800" rIns="50800"/>
            <a:lstStyle/>
            <a:p>
              <a:pPr algn="ctr" marL="0" indent="0" lvl="0">
                <a:lnSpc>
                  <a:spcPts val="2799"/>
                </a:lnSpc>
                <a:spcBef>
                  <a:spcPct val="0"/>
                </a:spcBef>
              </a:pPr>
              <a:r>
                <a:rPr lang="en-US" b="true" sz="1999">
                  <a:solidFill>
                    <a:srgbClr val="000000"/>
                  </a:solidFill>
                  <a:latin typeface="Open Sauce Bold"/>
                  <a:ea typeface="Open Sauce Bold"/>
                  <a:cs typeface="Open Sauce Bold"/>
                  <a:sym typeface="Open Sauce Bold"/>
                </a:rPr>
                <a:t>Foundations &amp; Accounts </a:t>
              </a:r>
            </a:p>
          </p:txBody>
        </p:sp>
      </p:grpSp>
      <p:sp>
        <p:nvSpPr>
          <p:cNvPr name="TextBox 12" id="12"/>
          <p:cNvSpPr txBox="true"/>
          <p:nvPr/>
        </p:nvSpPr>
        <p:spPr>
          <a:xfrm rot="0">
            <a:off x="1213265" y="5276850"/>
            <a:ext cx="3372358" cy="2725293"/>
          </a:xfrm>
          <a:prstGeom prst="rect">
            <a:avLst/>
          </a:prstGeom>
        </p:spPr>
        <p:txBody>
          <a:bodyPr anchor="t" rtlCol="false" tIns="0" lIns="0" bIns="0" rIns="0">
            <a:spAutoFit/>
          </a:bodyPr>
          <a:lstStyle/>
          <a:p>
            <a:pPr algn="l" marL="0" indent="0" lvl="0">
              <a:lnSpc>
                <a:spcPts val="3095"/>
              </a:lnSpc>
            </a:pPr>
            <a:r>
              <a:rPr lang="en-US" sz="2399" u="none">
                <a:solidFill>
                  <a:srgbClr val="FFFFFF"/>
                </a:solidFill>
                <a:latin typeface="Open Sauce"/>
                <a:ea typeface="Open Sauce"/>
                <a:cs typeface="Open Sauce"/>
                <a:sym typeface="Open Sauce"/>
              </a:rPr>
              <a:t> Auth + base schema; Accounts CRUD (manual link for prototype). Transaction ingestion (CSV import first), list &amp; details UI </a:t>
            </a:r>
          </a:p>
        </p:txBody>
      </p:sp>
      <p:sp>
        <p:nvSpPr>
          <p:cNvPr name="TextBox 13" id="13"/>
          <p:cNvSpPr txBox="true"/>
          <p:nvPr/>
        </p:nvSpPr>
        <p:spPr>
          <a:xfrm rot="0">
            <a:off x="5279051" y="3094335"/>
            <a:ext cx="3556922" cy="510668"/>
          </a:xfrm>
          <a:prstGeom prst="rect">
            <a:avLst/>
          </a:prstGeom>
        </p:spPr>
        <p:txBody>
          <a:bodyPr anchor="t" rtlCol="false" tIns="0" lIns="0" bIns="0" rIns="0">
            <a:spAutoFit/>
          </a:bodyPr>
          <a:lstStyle/>
          <a:p>
            <a:pPr algn="ctr">
              <a:lnSpc>
                <a:spcPts val="3914"/>
              </a:lnSpc>
            </a:pPr>
            <a:r>
              <a:rPr lang="en-US" b="true" sz="3800">
                <a:solidFill>
                  <a:srgbClr val="3853E5"/>
                </a:solidFill>
                <a:latin typeface="Open Sauce Bold"/>
                <a:ea typeface="Open Sauce Bold"/>
                <a:cs typeface="Open Sauce Bold"/>
                <a:sym typeface="Open Sauce Bold"/>
              </a:rPr>
              <a:t>WEEKS 3-4</a:t>
            </a:r>
          </a:p>
        </p:txBody>
      </p:sp>
      <p:grpSp>
        <p:nvGrpSpPr>
          <p:cNvPr name="Group 14" id="14"/>
          <p:cNvGrpSpPr/>
          <p:nvPr/>
        </p:nvGrpSpPr>
        <p:grpSpPr>
          <a:xfrm rot="0">
            <a:off x="5566132" y="4056807"/>
            <a:ext cx="3556922" cy="4312743"/>
            <a:chOff x="0" y="0"/>
            <a:chExt cx="2709437" cy="3285173"/>
          </a:xfrm>
        </p:grpSpPr>
        <p:sp>
          <p:nvSpPr>
            <p:cNvPr name="Freeform 15" id="15"/>
            <p:cNvSpPr/>
            <p:nvPr/>
          </p:nvSpPr>
          <p:spPr>
            <a:xfrm flipH="false" flipV="false" rot="0">
              <a:off x="0" y="0"/>
              <a:ext cx="2709437" cy="3285173"/>
            </a:xfrm>
            <a:custGeom>
              <a:avLst/>
              <a:gdLst/>
              <a:ahLst/>
              <a:cxnLst/>
              <a:rect r="r" b="b" t="t" l="l"/>
              <a:pathLst>
                <a:path h="3285173" w="2709437">
                  <a:moveTo>
                    <a:pt x="82710" y="0"/>
                  </a:moveTo>
                  <a:lnTo>
                    <a:pt x="2626727" y="0"/>
                  </a:lnTo>
                  <a:cubicBezTo>
                    <a:pt x="2648663" y="0"/>
                    <a:pt x="2669700" y="8714"/>
                    <a:pt x="2685211" y="24225"/>
                  </a:cubicBezTo>
                  <a:cubicBezTo>
                    <a:pt x="2700723" y="39736"/>
                    <a:pt x="2709437" y="60774"/>
                    <a:pt x="2709437" y="82710"/>
                  </a:cubicBezTo>
                  <a:lnTo>
                    <a:pt x="2709437" y="3202463"/>
                  </a:lnTo>
                  <a:cubicBezTo>
                    <a:pt x="2709437" y="3224399"/>
                    <a:pt x="2700723" y="3245436"/>
                    <a:pt x="2685211" y="3260947"/>
                  </a:cubicBezTo>
                  <a:cubicBezTo>
                    <a:pt x="2669700" y="3276459"/>
                    <a:pt x="2648663" y="3285173"/>
                    <a:pt x="2626727" y="3285173"/>
                  </a:cubicBezTo>
                  <a:lnTo>
                    <a:pt x="82710" y="3285173"/>
                  </a:lnTo>
                  <a:cubicBezTo>
                    <a:pt x="60774" y="3285173"/>
                    <a:pt x="39736" y="3276459"/>
                    <a:pt x="24225" y="3260947"/>
                  </a:cubicBezTo>
                  <a:cubicBezTo>
                    <a:pt x="8714" y="3245436"/>
                    <a:pt x="0" y="3224399"/>
                    <a:pt x="0" y="3202463"/>
                  </a:cubicBezTo>
                  <a:lnTo>
                    <a:pt x="0" y="82710"/>
                  </a:lnTo>
                  <a:cubicBezTo>
                    <a:pt x="0" y="60774"/>
                    <a:pt x="8714" y="39736"/>
                    <a:pt x="24225" y="24225"/>
                  </a:cubicBezTo>
                  <a:cubicBezTo>
                    <a:pt x="39736" y="8714"/>
                    <a:pt x="60774" y="0"/>
                    <a:pt x="82710" y="0"/>
                  </a:cubicBezTo>
                  <a:close/>
                </a:path>
              </a:pathLst>
            </a:custGeom>
            <a:solidFill>
              <a:srgbClr val="6E82D9"/>
            </a:solidFill>
          </p:spPr>
        </p:sp>
        <p:sp>
          <p:nvSpPr>
            <p:cNvPr name="TextBox 16" id="16"/>
            <p:cNvSpPr txBox="true"/>
            <p:nvPr/>
          </p:nvSpPr>
          <p:spPr>
            <a:xfrm>
              <a:off x="0" y="-28575"/>
              <a:ext cx="2709437" cy="3313748"/>
            </a:xfrm>
            <a:prstGeom prst="rect">
              <a:avLst/>
            </a:prstGeom>
          </p:spPr>
          <p:txBody>
            <a:bodyPr anchor="ctr" rtlCol="false" tIns="50800" lIns="50800" bIns="50800" rIns="50800"/>
            <a:lstStyle/>
            <a:p>
              <a:pPr algn="ctr">
                <a:lnSpc>
                  <a:spcPts val="1960"/>
                </a:lnSpc>
                <a:spcBef>
                  <a:spcPct val="0"/>
                </a:spcBef>
              </a:pPr>
            </a:p>
          </p:txBody>
        </p:sp>
      </p:grpSp>
      <p:grpSp>
        <p:nvGrpSpPr>
          <p:cNvPr name="Group 17" id="17"/>
          <p:cNvGrpSpPr/>
          <p:nvPr/>
        </p:nvGrpSpPr>
        <p:grpSpPr>
          <a:xfrm rot="0">
            <a:off x="5601800" y="4361812"/>
            <a:ext cx="3436708" cy="781688"/>
            <a:chOff x="0" y="0"/>
            <a:chExt cx="2617865" cy="595440"/>
          </a:xfrm>
        </p:grpSpPr>
        <p:sp>
          <p:nvSpPr>
            <p:cNvPr name="Freeform 18" id="18"/>
            <p:cNvSpPr/>
            <p:nvPr/>
          </p:nvSpPr>
          <p:spPr>
            <a:xfrm flipH="false" flipV="false" rot="0">
              <a:off x="0" y="0"/>
              <a:ext cx="2617865" cy="595440"/>
            </a:xfrm>
            <a:custGeom>
              <a:avLst/>
              <a:gdLst/>
              <a:ahLst/>
              <a:cxnLst/>
              <a:rect r="r" b="b" t="t" l="l"/>
              <a:pathLst>
                <a:path h="595440" w="2617865">
                  <a:moveTo>
                    <a:pt x="49560" y="0"/>
                  </a:moveTo>
                  <a:lnTo>
                    <a:pt x="2568305" y="0"/>
                  </a:lnTo>
                  <a:cubicBezTo>
                    <a:pt x="2581449" y="0"/>
                    <a:pt x="2594055" y="5221"/>
                    <a:pt x="2603349" y="14516"/>
                  </a:cubicBezTo>
                  <a:cubicBezTo>
                    <a:pt x="2612643" y="23810"/>
                    <a:pt x="2617865" y="36416"/>
                    <a:pt x="2617865" y="49560"/>
                  </a:cubicBezTo>
                  <a:lnTo>
                    <a:pt x="2617865" y="545880"/>
                  </a:lnTo>
                  <a:cubicBezTo>
                    <a:pt x="2617865" y="573251"/>
                    <a:pt x="2595676" y="595440"/>
                    <a:pt x="2568305" y="595440"/>
                  </a:cubicBezTo>
                  <a:lnTo>
                    <a:pt x="49560" y="595440"/>
                  </a:lnTo>
                  <a:cubicBezTo>
                    <a:pt x="22189" y="595440"/>
                    <a:pt x="0" y="573251"/>
                    <a:pt x="0" y="545880"/>
                  </a:cubicBezTo>
                  <a:lnTo>
                    <a:pt x="0" y="49560"/>
                  </a:lnTo>
                  <a:cubicBezTo>
                    <a:pt x="0" y="22189"/>
                    <a:pt x="22189" y="0"/>
                    <a:pt x="49560" y="0"/>
                  </a:cubicBezTo>
                  <a:close/>
                </a:path>
              </a:pathLst>
            </a:custGeom>
            <a:solidFill>
              <a:srgbClr val="FBF6F1"/>
            </a:solidFill>
            <a:ln w="38100" cap="rnd">
              <a:solidFill>
                <a:srgbClr val="FBF6F1"/>
              </a:solidFill>
              <a:prstDash val="dash"/>
              <a:round/>
            </a:ln>
          </p:spPr>
        </p:sp>
        <p:sp>
          <p:nvSpPr>
            <p:cNvPr name="TextBox 19" id="19"/>
            <p:cNvSpPr txBox="true"/>
            <p:nvPr/>
          </p:nvSpPr>
          <p:spPr>
            <a:xfrm>
              <a:off x="0" y="-38100"/>
              <a:ext cx="2617865" cy="633540"/>
            </a:xfrm>
            <a:prstGeom prst="rect">
              <a:avLst/>
            </a:prstGeom>
          </p:spPr>
          <p:txBody>
            <a:bodyPr anchor="ctr" rtlCol="false" tIns="50800" lIns="50800" bIns="50800" rIns="50800"/>
            <a:lstStyle/>
            <a:p>
              <a:pPr algn="ctr" marL="0" indent="0" lvl="0">
                <a:lnSpc>
                  <a:spcPts val="2799"/>
                </a:lnSpc>
                <a:spcBef>
                  <a:spcPct val="0"/>
                </a:spcBef>
              </a:pPr>
              <a:r>
                <a:rPr lang="en-US" b="true" sz="1999">
                  <a:solidFill>
                    <a:srgbClr val="000000"/>
                  </a:solidFill>
                  <a:latin typeface="Open Sauce Bold"/>
                  <a:ea typeface="Open Sauce Bold"/>
                  <a:cs typeface="Open Sauce Bold"/>
                  <a:sym typeface="Open Sauce Bold"/>
                </a:rPr>
                <a:t>Categorization &amp; Budgets </a:t>
              </a:r>
            </a:p>
          </p:txBody>
        </p:sp>
      </p:grpSp>
      <p:sp>
        <p:nvSpPr>
          <p:cNvPr name="TextBox 20" id="20"/>
          <p:cNvSpPr txBox="true"/>
          <p:nvPr/>
        </p:nvSpPr>
        <p:spPr>
          <a:xfrm rot="0">
            <a:off x="5771642" y="5276850"/>
            <a:ext cx="3372358" cy="2725293"/>
          </a:xfrm>
          <a:prstGeom prst="rect">
            <a:avLst/>
          </a:prstGeom>
        </p:spPr>
        <p:txBody>
          <a:bodyPr anchor="t" rtlCol="false" tIns="0" lIns="0" bIns="0" rIns="0">
            <a:spAutoFit/>
          </a:bodyPr>
          <a:lstStyle/>
          <a:p>
            <a:pPr algn="l" marL="0" indent="0" lvl="0">
              <a:lnSpc>
                <a:spcPts val="3095"/>
              </a:lnSpc>
            </a:pPr>
            <a:r>
              <a:rPr lang="en-US" sz="2399" u="none">
                <a:solidFill>
                  <a:srgbClr val="FFFFFF"/>
                </a:solidFill>
                <a:latin typeface="Open Sauce"/>
                <a:ea typeface="Open Sauce"/>
                <a:cs typeface="Open Sauce"/>
                <a:sym typeface="Open Sauce"/>
              </a:rPr>
              <a:t> Category rules (merchant/keywords), manual recategorization.</a:t>
            </a:r>
          </a:p>
          <a:p>
            <a:pPr algn="l" marL="0" indent="0" lvl="0">
              <a:lnSpc>
                <a:spcPts val="3095"/>
              </a:lnSpc>
            </a:pPr>
            <a:r>
              <a:rPr lang="en-US" sz="2399" u="none">
                <a:solidFill>
                  <a:srgbClr val="FFFFFF"/>
                </a:solidFill>
                <a:latin typeface="Open Sauce"/>
                <a:ea typeface="Open Sauce"/>
                <a:cs typeface="Open Sauce"/>
                <a:sym typeface="Open Sauce"/>
              </a:rPr>
              <a:t>Monthly budget creation &amp; progress bars </a:t>
            </a:r>
          </a:p>
        </p:txBody>
      </p:sp>
      <p:sp>
        <p:nvSpPr>
          <p:cNvPr name="TextBox 21" id="21"/>
          <p:cNvSpPr txBox="true"/>
          <p:nvPr/>
        </p:nvSpPr>
        <p:spPr>
          <a:xfrm rot="0">
            <a:off x="14166338" y="3094335"/>
            <a:ext cx="3556922" cy="510668"/>
          </a:xfrm>
          <a:prstGeom prst="rect">
            <a:avLst/>
          </a:prstGeom>
        </p:spPr>
        <p:txBody>
          <a:bodyPr anchor="t" rtlCol="false" tIns="0" lIns="0" bIns="0" rIns="0">
            <a:spAutoFit/>
          </a:bodyPr>
          <a:lstStyle/>
          <a:p>
            <a:pPr algn="ctr">
              <a:lnSpc>
                <a:spcPts val="3914"/>
              </a:lnSpc>
            </a:pPr>
            <a:r>
              <a:rPr lang="en-US" b="true" sz="3800">
                <a:solidFill>
                  <a:srgbClr val="3853E5"/>
                </a:solidFill>
                <a:latin typeface="Open Sauce Bold"/>
                <a:ea typeface="Open Sauce Bold"/>
                <a:cs typeface="Open Sauce Bold"/>
                <a:sym typeface="Open Sauce Bold"/>
              </a:rPr>
              <a:t>WEEKS 7-8</a:t>
            </a:r>
          </a:p>
        </p:txBody>
      </p:sp>
      <p:grpSp>
        <p:nvGrpSpPr>
          <p:cNvPr name="Group 22" id="22"/>
          <p:cNvGrpSpPr/>
          <p:nvPr/>
        </p:nvGrpSpPr>
        <p:grpSpPr>
          <a:xfrm rot="0">
            <a:off x="14166338" y="4032809"/>
            <a:ext cx="3556922" cy="4312743"/>
            <a:chOff x="0" y="0"/>
            <a:chExt cx="2709437" cy="3285173"/>
          </a:xfrm>
        </p:grpSpPr>
        <p:sp>
          <p:nvSpPr>
            <p:cNvPr name="Freeform 23" id="23"/>
            <p:cNvSpPr/>
            <p:nvPr/>
          </p:nvSpPr>
          <p:spPr>
            <a:xfrm flipH="false" flipV="false" rot="0">
              <a:off x="0" y="0"/>
              <a:ext cx="2709437" cy="3285173"/>
            </a:xfrm>
            <a:custGeom>
              <a:avLst/>
              <a:gdLst/>
              <a:ahLst/>
              <a:cxnLst/>
              <a:rect r="r" b="b" t="t" l="l"/>
              <a:pathLst>
                <a:path h="3285173" w="2709437">
                  <a:moveTo>
                    <a:pt x="82710" y="0"/>
                  </a:moveTo>
                  <a:lnTo>
                    <a:pt x="2626727" y="0"/>
                  </a:lnTo>
                  <a:cubicBezTo>
                    <a:pt x="2648663" y="0"/>
                    <a:pt x="2669700" y="8714"/>
                    <a:pt x="2685211" y="24225"/>
                  </a:cubicBezTo>
                  <a:cubicBezTo>
                    <a:pt x="2700723" y="39736"/>
                    <a:pt x="2709437" y="60774"/>
                    <a:pt x="2709437" y="82710"/>
                  </a:cubicBezTo>
                  <a:lnTo>
                    <a:pt x="2709437" y="3202463"/>
                  </a:lnTo>
                  <a:cubicBezTo>
                    <a:pt x="2709437" y="3224399"/>
                    <a:pt x="2700723" y="3245436"/>
                    <a:pt x="2685211" y="3260947"/>
                  </a:cubicBezTo>
                  <a:cubicBezTo>
                    <a:pt x="2669700" y="3276459"/>
                    <a:pt x="2648663" y="3285173"/>
                    <a:pt x="2626727" y="3285173"/>
                  </a:cubicBezTo>
                  <a:lnTo>
                    <a:pt x="82710" y="3285173"/>
                  </a:lnTo>
                  <a:cubicBezTo>
                    <a:pt x="60774" y="3285173"/>
                    <a:pt x="39736" y="3276459"/>
                    <a:pt x="24225" y="3260947"/>
                  </a:cubicBezTo>
                  <a:cubicBezTo>
                    <a:pt x="8714" y="3245436"/>
                    <a:pt x="0" y="3224399"/>
                    <a:pt x="0" y="3202463"/>
                  </a:cubicBezTo>
                  <a:lnTo>
                    <a:pt x="0" y="82710"/>
                  </a:lnTo>
                  <a:cubicBezTo>
                    <a:pt x="0" y="60774"/>
                    <a:pt x="8714" y="39736"/>
                    <a:pt x="24225" y="24225"/>
                  </a:cubicBezTo>
                  <a:cubicBezTo>
                    <a:pt x="39736" y="8714"/>
                    <a:pt x="60774" y="0"/>
                    <a:pt x="82710" y="0"/>
                  </a:cubicBezTo>
                  <a:close/>
                </a:path>
              </a:pathLst>
            </a:custGeom>
            <a:solidFill>
              <a:srgbClr val="6E82D9"/>
            </a:solidFill>
          </p:spPr>
        </p:sp>
        <p:sp>
          <p:nvSpPr>
            <p:cNvPr name="TextBox 24" id="24"/>
            <p:cNvSpPr txBox="true"/>
            <p:nvPr/>
          </p:nvSpPr>
          <p:spPr>
            <a:xfrm>
              <a:off x="0" y="-28575"/>
              <a:ext cx="2709437" cy="3313748"/>
            </a:xfrm>
            <a:prstGeom prst="rect">
              <a:avLst/>
            </a:prstGeom>
          </p:spPr>
          <p:txBody>
            <a:bodyPr anchor="ctr" rtlCol="false" tIns="50800" lIns="50800" bIns="50800" rIns="50800"/>
            <a:lstStyle/>
            <a:p>
              <a:pPr algn="ctr">
                <a:lnSpc>
                  <a:spcPts val="1960"/>
                </a:lnSpc>
                <a:spcBef>
                  <a:spcPct val="0"/>
                </a:spcBef>
              </a:pPr>
            </a:p>
          </p:txBody>
        </p:sp>
      </p:grpSp>
      <p:grpSp>
        <p:nvGrpSpPr>
          <p:cNvPr name="Group 25" id="25"/>
          <p:cNvGrpSpPr/>
          <p:nvPr/>
        </p:nvGrpSpPr>
        <p:grpSpPr>
          <a:xfrm rot="0">
            <a:off x="14280791" y="4361812"/>
            <a:ext cx="3328016" cy="781688"/>
            <a:chOff x="0" y="0"/>
            <a:chExt cx="2535070" cy="595440"/>
          </a:xfrm>
        </p:grpSpPr>
        <p:sp>
          <p:nvSpPr>
            <p:cNvPr name="Freeform 26" id="26"/>
            <p:cNvSpPr/>
            <p:nvPr/>
          </p:nvSpPr>
          <p:spPr>
            <a:xfrm flipH="false" flipV="false" rot="0">
              <a:off x="0" y="0"/>
              <a:ext cx="2535070" cy="595440"/>
            </a:xfrm>
            <a:custGeom>
              <a:avLst/>
              <a:gdLst/>
              <a:ahLst/>
              <a:cxnLst/>
              <a:rect r="r" b="b" t="t" l="l"/>
              <a:pathLst>
                <a:path h="595440" w="2535070">
                  <a:moveTo>
                    <a:pt x="51178" y="0"/>
                  </a:moveTo>
                  <a:lnTo>
                    <a:pt x="2483892" y="0"/>
                  </a:lnTo>
                  <a:cubicBezTo>
                    <a:pt x="2497465" y="0"/>
                    <a:pt x="2510482" y="5392"/>
                    <a:pt x="2520080" y="14990"/>
                  </a:cubicBezTo>
                  <a:cubicBezTo>
                    <a:pt x="2529678" y="24588"/>
                    <a:pt x="2535070" y="37605"/>
                    <a:pt x="2535070" y="51178"/>
                  </a:cubicBezTo>
                  <a:lnTo>
                    <a:pt x="2535070" y="544261"/>
                  </a:lnTo>
                  <a:cubicBezTo>
                    <a:pt x="2535070" y="572526"/>
                    <a:pt x="2512157" y="595440"/>
                    <a:pt x="2483892" y="595440"/>
                  </a:cubicBezTo>
                  <a:lnTo>
                    <a:pt x="51178" y="595440"/>
                  </a:lnTo>
                  <a:cubicBezTo>
                    <a:pt x="22913" y="595440"/>
                    <a:pt x="0" y="572526"/>
                    <a:pt x="0" y="544261"/>
                  </a:cubicBezTo>
                  <a:lnTo>
                    <a:pt x="0" y="51178"/>
                  </a:lnTo>
                  <a:cubicBezTo>
                    <a:pt x="0" y="22913"/>
                    <a:pt x="22913" y="0"/>
                    <a:pt x="51178" y="0"/>
                  </a:cubicBezTo>
                  <a:close/>
                </a:path>
              </a:pathLst>
            </a:custGeom>
            <a:solidFill>
              <a:srgbClr val="FBF6F1"/>
            </a:solidFill>
            <a:ln w="38100" cap="rnd">
              <a:solidFill>
                <a:srgbClr val="FBF6F1"/>
              </a:solidFill>
              <a:prstDash val="dash"/>
              <a:round/>
            </a:ln>
          </p:spPr>
        </p:sp>
        <p:sp>
          <p:nvSpPr>
            <p:cNvPr name="TextBox 27" id="27"/>
            <p:cNvSpPr txBox="true"/>
            <p:nvPr/>
          </p:nvSpPr>
          <p:spPr>
            <a:xfrm>
              <a:off x="0" y="-38100"/>
              <a:ext cx="2535070" cy="633540"/>
            </a:xfrm>
            <a:prstGeom prst="rect">
              <a:avLst/>
            </a:prstGeom>
          </p:spPr>
          <p:txBody>
            <a:bodyPr anchor="ctr" rtlCol="false" tIns="50800" lIns="50800" bIns="50800" rIns="50800"/>
            <a:lstStyle/>
            <a:p>
              <a:pPr algn="ctr" marL="0" indent="0" lvl="0">
                <a:lnSpc>
                  <a:spcPts val="2799"/>
                </a:lnSpc>
                <a:spcBef>
                  <a:spcPct val="0"/>
                </a:spcBef>
              </a:pPr>
              <a:r>
                <a:rPr lang="en-US" b="true" sz="1999">
                  <a:solidFill>
                    <a:srgbClr val="000000"/>
                  </a:solidFill>
                  <a:latin typeface="Open Sauce Bold"/>
                  <a:ea typeface="Open Sauce Bold"/>
                  <a:cs typeface="Open Sauce Bold"/>
                  <a:sym typeface="Open Sauce Bold"/>
                </a:rPr>
                <a:t>Insights &amp; Alerts</a:t>
              </a:r>
            </a:p>
          </p:txBody>
        </p:sp>
      </p:grpSp>
      <p:sp>
        <p:nvSpPr>
          <p:cNvPr name="TextBox 28" id="28"/>
          <p:cNvSpPr txBox="true"/>
          <p:nvPr/>
        </p:nvSpPr>
        <p:spPr>
          <a:xfrm rot="0">
            <a:off x="14348030" y="5276850"/>
            <a:ext cx="3372358" cy="1944243"/>
          </a:xfrm>
          <a:prstGeom prst="rect">
            <a:avLst/>
          </a:prstGeom>
        </p:spPr>
        <p:txBody>
          <a:bodyPr anchor="t" rtlCol="false" tIns="0" lIns="0" bIns="0" rIns="0">
            <a:spAutoFit/>
          </a:bodyPr>
          <a:lstStyle/>
          <a:p>
            <a:pPr algn="l" marL="0" indent="0" lvl="0">
              <a:lnSpc>
                <a:spcPts val="3095"/>
              </a:lnSpc>
            </a:pPr>
            <a:r>
              <a:rPr lang="en-US" sz="2399" u="none">
                <a:solidFill>
                  <a:srgbClr val="FFFFFF"/>
                </a:solidFill>
                <a:latin typeface="Open Sauce"/>
                <a:ea typeface="Open Sauce"/>
                <a:cs typeface="Open Sauce"/>
                <a:sym typeface="Open Sauce"/>
              </a:rPr>
              <a:t>Insights (cash flow, top merchants, burn rate), Alerts table. CSV/PDF exports, QA, deployment </a:t>
            </a:r>
          </a:p>
        </p:txBody>
      </p:sp>
      <p:sp>
        <p:nvSpPr>
          <p:cNvPr name="TextBox 29" id="29"/>
          <p:cNvSpPr txBox="true"/>
          <p:nvPr/>
        </p:nvSpPr>
        <p:spPr>
          <a:xfrm rot="0">
            <a:off x="9694430" y="3094335"/>
            <a:ext cx="3556922" cy="510668"/>
          </a:xfrm>
          <a:prstGeom prst="rect">
            <a:avLst/>
          </a:prstGeom>
        </p:spPr>
        <p:txBody>
          <a:bodyPr anchor="t" rtlCol="false" tIns="0" lIns="0" bIns="0" rIns="0">
            <a:spAutoFit/>
          </a:bodyPr>
          <a:lstStyle/>
          <a:p>
            <a:pPr algn="ctr">
              <a:lnSpc>
                <a:spcPts val="3914"/>
              </a:lnSpc>
            </a:pPr>
            <a:r>
              <a:rPr lang="en-US" b="true" sz="3800">
                <a:solidFill>
                  <a:srgbClr val="3853E5"/>
                </a:solidFill>
                <a:latin typeface="Open Sauce Bold"/>
                <a:ea typeface="Open Sauce Bold"/>
                <a:cs typeface="Open Sauce Bold"/>
                <a:sym typeface="Open Sauce Bold"/>
              </a:rPr>
              <a:t>WEEKS 5-6</a:t>
            </a:r>
          </a:p>
        </p:txBody>
      </p:sp>
      <p:grpSp>
        <p:nvGrpSpPr>
          <p:cNvPr name="Group 30" id="30"/>
          <p:cNvGrpSpPr/>
          <p:nvPr/>
        </p:nvGrpSpPr>
        <p:grpSpPr>
          <a:xfrm rot="0">
            <a:off x="9876708" y="4061275"/>
            <a:ext cx="3556922" cy="4312743"/>
            <a:chOff x="0" y="0"/>
            <a:chExt cx="2709437" cy="3285173"/>
          </a:xfrm>
        </p:grpSpPr>
        <p:sp>
          <p:nvSpPr>
            <p:cNvPr name="Freeform 31" id="31"/>
            <p:cNvSpPr/>
            <p:nvPr/>
          </p:nvSpPr>
          <p:spPr>
            <a:xfrm flipH="false" flipV="false" rot="0">
              <a:off x="0" y="0"/>
              <a:ext cx="2709437" cy="3285173"/>
            </a:xfrm>
            <a:custGeom>
              <a:avLst/>
              <a:gdLst/>
              <a:ahLst/>
              <a:cxnLst/>
              <a:rect r="r" b="b" t="t" l="l"/>
              <a:pathLst>
                <a:path h="3285173" w="2709437">
                  <a:moveTo>
                    <a:pt x="82710" y="0"/>
                  </a:moveTo>
                  <a:lnTo>
                    <a:pt x="2626727" y="0"/>
                  </a:lnTo>
                  <a:cubicBezTo>
                    <a:pt x="2648663" y="0"/>
                    <a:pt x="2669700" y="8714"/>
                    <a:pt x="2685211" y="24225"/>
                  </a:cubicBezTo>
                  <a:cubicBezTo>
                    <a:pt x="2700723" y="39736"/>
                    <a:pt x="2709437" y="60774"/>
                    <a:pt x="2709437" y="82710"/>
                  </a:cubicBezTo>
                  <a:lnTo>
                    <a:pt x="2709437" y="3202463"/>
                  </a:lnTo>
                  <a:cubicBezTo>
                    <a:pt x="2709437" y="3224399"/>
                    <a:pt x="2700723" y="3245436"/>
                    <a:pt x="2685211" y="3260947"/>
                  </a:cubicBezTo>
                  <a:cubicBezTo>
                    <a:pt x="2669700" y="3276459"/>
                    <a:pt x="2648663" y="3285173"/>
                    <a:pt x="2626727" y="3285173"/>
                  </a:cubicBezTo>
                  <a:lnTo>
                    <a:pt x="82710" y="3285173"/>
                  </a:lnTo>
                  <a:cubicBezTo>
                    <a:pt x="60774" y="3285173"/>
                    <a:pt x="39736" y="3276459"/>
                    <a:pt x="24225" y="3260947"/>
                  </a:cubicBezTo>
                  <a:cubicBezTo>
                    <a:pt x="8714" y="3245436"/>
                    <a:pt x="0" y="3224399"/>
                    <a:pt x="0" y="3202463"/>
                  </a:cubicBezTo>
                  <a:lnTo>
                    <a:pt x="0" y="82710"/>
                  </a:lnTo>
                  <a:cubicBezTo>
                    <a:pt x="0" y="60774"/>
                    <a:pt x="8714" y="39736"/>
                    <a:pt x="24225" y="24225"/>
                  </a:cubicBezTo>
                  <a:cubicBezTo>
                    <a:pt x="39736" y="8714"/>
                    <a:pt x="60774" y="0"/>
                    <a:pt x="82710" y="0"/>
                  </a:cubicBezTo>
                  <a:close/>
                </a:path>
              </a:pathLst>
            </a:custGeom>
            <a:solidFill>
              <a:srgbClr val="6E82D9"/>
            </a:solidFill>
          </p:spPr>
        </p:sp>
        <p:sp>
          <p:nvSpPr>
            <p:cNvPr name="TextBox 32" id="32"/>
            <p:cNvSpPr txBox="true"/>
            <p:nvPr/>
          </p:nvSpPr>
          <p:spPr>
            <a:xfrm>
              <a:off x="0" y="-28575"/>
              <a:ext cx="2709437" cy="3313748"/>
            </a:xfrm>
            <a:prstGeom prst="rect">
              <a:avLst/>
            </a:prstGeom>
          </p:spPr>
          <p:txBody>
            <a:bodyPr anchor="ctr" rtlCol="false" tIns="50800" lIns="50800" bIns="50800" rIns="50800"/>
            <a:lstStyle/>
            <a:p>
              <a:pPr algn="ctr">
                <a:lnSpc>
                  <a:spcPts val="1960"/>
                </a:lnSpc>
                <a:spcBef>
                  <a:spcPct val="0"/>
                </a:spcBef>
              </a:pPr>
            </a:p>
          </p:txBody>
        </p:sp>
      </p:grpSp>
      <p:grpSp>
        <p:nvGrpSpPr>
          <p:cNvPr name="Group 33" id="33"/>
          <p:cNvGrpSpPr/>
          <p:nvPr/>
        </p:nvGrpSpPr>
        <p:grpSpPr>
          <a:xfrm rot="0">
            <a:off x="9985681" y="4361812"/>
            <a:ext cx="3338976" cy="781688"/>
            <a:chOff x="0" y="0"/>
            <a:chExt cx="2543419" cy="595440"/>
          </a:xfrm>
        </p:grpSpPr>
        <p:sp>
          <p:nvSpPr>
            <p:cNvPr name="Freeform 34" id="34"/>
            <p:cNvSpPr/>
            <p:nvPr/>
          </p:nvSpPr>
          <p:spPr>
            <a:xfrm flipH="false" flipV="false" rot="0">
              <a:off x="0" y="0"/>
              <a:ext cx="2543419" cy="595440"/>
            </a:xfrm>
            <a:custGeom>
              <a:avLst/>
              <a:gdLst/>
              <a:ahLst/>
              <a:cxnLst/>
              <a:rect r="r" b="b" t="t" l="l"/>
              <a:pathLst>
                <a:path h="595440" w="2543419">
                  <a:moveTo>
                    <a:pt x="51010" y="0"/>
                  </a:moveTo>
                  <a:lnTo>
                    <a:pt x="2492409" y="0"/>
                  </a:lnTo>
                  <a:cubicBezTo>
                    <a:pt x="2520581" y="0"/>
                    <a:pt x="2543419" y="22838"/>
                    <a:pt x="2543419" y="51010"/>
                  </a:cubicBezTo>
                  <a:lnTo>
                    <a:pt x="2543419" y="544429"/>
                  </a:lnTo>
                  <a:cubicBezTo>
                    <a:pt x="2543419" y="572602"/>
                    <a:pt x="2520581" y="595440"/>
                    <a:pt x="2492409" y="595440"/>
                  </a:cubicBezTo>
                  <a:lnTo>
                    <a:pt x="51010" y="595440"/>
                  </a:lnTo>
                  <a:cubicBezTo>
                    <a:pt x="22838" y="595440"/>
                    <a:pt x="0" y="572602"/>
                    <a:pt x="0" y="544429"/>
                  </a:cubicBezTo>
                  <a:lnTo>
                    <a:pt x="0" y="51010"/>
                  </a:lnTo>
                  <a:cubicBezTo>
                    <a:pt x="0" y="22838"/>
                    <a:pt x="22838" y="0"/>
                    <a:pt x="51010" y="0"/>
                  </a:cubicBezTo>
                  <a:close/>
                </a:path>
              </a:pathLst>
            </a:custGeom>
            <a:solidFill>
              <a:srgbClr val="FBF6F1"/>
            </a:solidFill>
            <a:ln w="38100" cap="rnd">
              <a:solidFill>
                <a:srgbClr val="FBF6F1"/>
              </a:solidFill>
              <a:prstDash val="dash"/>
              <a:round/>
            </a:ln>
          </p:spPr>
        </p:sp>
        <p:sp>
          <p:nvSpPr>
            <p:cNvPr name="TextBox 35" id="35"/>
            <p:cNvSpPr txBox="true"/>
            <p:nvPr/>
          </p:nvSpPr>
          <p:spPr>
            <a:xfrm>
              <a:off x="0" y="-38100"/>
              <a:ext cx="2543419" cy="633540"/>
            </a:xfrm>
            <a:prstGeom prst="rect">
              <a:avLst/>
            </a:prstGeom>
          </p:spPr>
          <p:txBody>
            <a:bodyPr anchor="ctr" rtlCol="false" tIns="50800" lIns="50800" bIns="50800" rIns="50800"/>
            <a:lstStyle/>
            <a:p>
              <a:pPr algn="ctr" marL="0" indent="0" lvl="0">
                <a:lnSpc>
                  <a:spcPts val="2799"/>
                </a:lnSpc>
                <a:spcBef>
                  <a:spcPct val="0"/>
                </a:spcBef>
              </a:pPr>
              <a:r>
                <a:rPr lang="en-US" b="true" sz="1999">
                  <a:solidFill>
                    <a:srgbClr val="000000"/>
                  </a:solidFill>
                  <a:latin typeface="Open Sauce Bold"/>
                  <a:ea typeface="Open Sauce Bold"/>
                  <a:cs typeface="Open Sauce Bold"/>
                  <a:sym typeface="Open Sauce Bold"/>
                </a:rPr>
                <a:t>Bills &amp; Rewards </a:t>
              </a:r>
            </a:p>
          </p:txBody>
        </p:sp>
      </p:grpSp>
      <p:sp>
        <p:nvSpPr>
          <p:cNvPr name="TextBox 36" id="36"/>
          <p:cNvSpPr txBox="true"/>
          <p:nvPr/>
        </p:nvSpPr>
        <p:spPr>
          <a:xfrm rot="0">
            <a:off x="10061272" y="5276850"/>
            <a:ext cx="3372358" cy="2334768"/>
          </a:xfrm>
          <a:prstGeom prst="rect">
            <a:avLst/>
          </a:prstGeom>
        </p:spPr>
        <p:txBody>
          <a:bodyPr anchor="t" rtlCol="false" tIns="0" lIns="0" bIns="0" rIns="0">
            <a:spAutoFit/>
          </a:bodyPr>
          <a:lstStyle/>
          <a:p>
            <a:pPr algn="l" marL="0" indent="0" lvl="0">
              <a:lnSpc>
                <a:spcPts val="3095"/>
              </a:lnSpc>
            </a:pPr>
            <a:r>
              <a:rPr lang="en-US" sz="2399">
                <a:solidFill>
                  <a:srgbClr val="FFFFFF"/>
                </a:solidFill>
                <a:latin typeface="Open Sauce"/>
                <a:ea typeface="Open Sauce"/>
                <a:cs typeface="Open Sauce"/>
                <a:sym typeface="Open Sauce"/>
              </a:rPr>
              <a:t>Bills</a:t>
            </a:r>
            <a:r>
              <a:rPr lang="en-US" sz="2399" u="none">
                <a:solidFill>
                  <a:srgbClr val="FFFFFF"/>
                </a:solidFill>
                <a:latin typeface="Open Sauce"/>
                <a:ea typeface="Open Sauce"/>
                <a:cs typeface="Open Sauce"/>
                <a:sym typeface="Open Sauce"/>
              </a:rPr>
              <a:t> CRUD, reminders (Celery emails/SMS).</a:t>
            </a:r>
          </a:p>
          <a:p>
            <a:pPr algn="l" marL="0" indent="0" lvl="0">
              <a:lnSpc>
                <a:spcPts val="3095"/>
              </a:lnSpc>
            </a:pPr>
            <a:r>
              <a:rPr lang="en-US" sz="2399" u="none">
                <a:solidFill>
                  <a:srgbClr val="FFFFFF"/>
                </a:solidFill>
                <a:latin typeface="Open Sauce"/>
                <a:ea typeface="Open Sauce"/>
                <a:cs typeface="Open Sauce"/>
                <a:sym typeface="Open Sauce"/>
              </a:rPr>
              <a:t>Rewards tracking (points balance), currency summaries via ExchangeRate API </a:t>
            </a:r>
          </a:p>
        </p:txBody>
      </p:sp>
      <p:grpSp>
        <p:nvGrpSpPr>
          <p:cNvPr name="Group 37" id="37"/>
          <p:cNvGrpSpPr/>
          <p:nvPr/>
        </p:nvGrpSpPr>
        <p:grpSpPr>
          <a:xfrm rot="0">
            <a:off x="-1463062" y="-16681544"/>
            <a:ext cx="1884426" cy="18860833"/>
            <a:chOff x="0" y="0"/>
            <a:chExt cx="355782" cy="3560952"/>
          </a:xfrm>
        </p:grpSpPr>
        <p:sp>
          <p:nvSpPr>
            <p:cNvPr name="Freeform 38" id="38"/>
            <p:cNvSpPr/>
            <p:nvPr/>
          </p:nvSpPr>
          <p:spPr>
            <a:xfrm flipH="false" flipV="false" rot="0">
              <a:off x="0" y="0"/>
              <a:ext cx="355782" cy="3560952"/>
            </a:xfrm>
            <a:custGeom>
              <a:avLst/>
              <a:gdLst/>
              <a:ahLst/>
              <a:cxnLst/>
              <a:rect r="r" b="b" t="t" l="l"/>
              <a:pathLst>
                <a:path h="3560952" w="355782">
                  <a:moveTo>
                    <a:pt x="98601" y="0"/>
                  </a:moveTo>
                  <a:lnTo>
                    <a:pt x="257181" y="0"/>
                  </a:lnTo>
                  <a:cubicBezTo>
                    <a:pt x="283332" y="0"/>
                    <a:pt x="308411" y="10388"/>
                    <a:pt x="326903" y="28880"/>
                  </a:cubicBezTo>
                  <a:cubicBezTo>
                    <a:pt x="345394" y="47371"/>
                    <a:pt x="355782" y="72450"/>
                    <a:pt x="355782" y="98601"/>
                  </a:cubicBezTo>
                  <a:lnTo>
                    <a:pt x="355782" y="3462351"/>
                  </a:lnTo>
                  <a:cubicBezTo>
                    <a:pt x="355782" y="3488502"/>
                    <a:pt x="345394" y="3513581"/>
                    <a:pt x="326903" y="3532072"/>
                  </a:cubicBezTo>
                  <a:cubicBezTo>
                    <a:pt x="308411" y="3550564"/>
                    <a:pt x="283332" y="3560952"/>
                    <a:pt x="257181" y="3560952"/>
                  </a:cubicBezTo>
                  <a:lnTo>
                    <a:pt x="98601" y="3560952"/>
                  </a:lnTo>
                  <a:cubicBezTo>
                    <a:pt x="44145" y="3560952"/>
                    <a:pt x="0" y="3516807"/>
                    <a:pt x="0" y="3462351"/>
                  </a:cubicBezTo>
                  <a:lnTo>
                    <a:pt x="0" y="98601"/>
                  </a:lnTo>
                  <a:cubicBezTo>
                    <a:pt x="0" y="44145"/>
                    <a:pt x="44145" y="0"/>
                    <a:pt x="98601" y="0"/>
                  </a:cubicBezTo>
                  <a:close/>
                </a:path>
              </a:pathLst>
            </a:custGeom>
            <a:solidFill>
              <a:srgbClr val="6E82D9"/>
            </a:solidFill>
            <a:ln cap="rnd">
              <a:noFill/>
              <a:prstDash val="solid"/>
              <a:round/>
            </a:ln>
          </p:spPr>
        </p:sp>
        <p:sp>
          <p:nvSpPr>
            <p:cNvPr name="TextBox 39" id="39"/>
            <p:cNvSpPr txBox="true"/>
            <p:nvPr/>
          </p:nvSpPr>
          <p:spPr>
            <a:xfrm>
              <a:off x="0" y="0"/>
              <a:ext cx="355782" cy="3560952"/>
            </a:xfrm>
            <a:prstGeom prst="rect">
              <a:avLst/>
            </a:prstGeom>
          </p:spPr>
          <p:txBody>
            <a:bodyPr anchor="ctr" rtlCol="false" tIns="50800" lIns="50800" bIns="50800" rIns="50800"/>
            <a:lstStyle/>
            <a:p>
              <a:pPr algn="ctr" marL="0" indent="0" lvl="0">
                <a:lnSpc>
                  <a:spcPts val="2879"/>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906775" y="0"/>
            <a:ext cx="11839635" cy="10287000"/>
            <a:chOff x="0" y="0"/>
            <a:chExt cx="15786180" cy="13716000"/>
          </a:xfrm>
        </p:grpSpPr>
        <p:pic>
          <p:nvPicPr>
            <p:cNvPr name="Picture 4" id="4"/>
            <p:cNvPicPr>
              <a:picLocks noChangeAspect="true"/>
            </p:cNvPicPr>
            <p:nvPr/>
          </p:nvPicPr>
          <p:blipFill>
            <a:blip r:embed="rId3"/>
            <a:srcRect l="0" t="4688" r="4462" b="4688"/>
            <a:stretch>
              <a:fillRect/>
            </a:stretch>
          </p:blipFill>
          <p:spPr>
            <a:xfrm flipH="false" flipV="false">
              <a:off x="0" y="0"/>
              <a:ext cx="15786180" cy="6794500"/>
            </a:xfrm>
            <a:prstGeom prst="rect">
              <a:avLst/>
            </a:prstGeom>
          </p:spPr>
        </p:pic>
        <p:pic>
          <p:nvPicPr>
            <p:cNvPr name="Picture 5" id="5"/>
            <p:cNvPicPr>
              <a:picLocks noChangeAspect="true"/>
            </p:cNvPicPr>
            <p:nvPr/>
          </p:nvPicPr>
          <p:blipFill>
            <a:blip r:embed="rId4"/>
            <a:srcRect l="0" t="3722" r="264" b="1672"/>
            <a:stretch>
              <a:fillRect/>
            </a:stretch>
          </p:blipFill>
          <p:spPr>
            <a:xfrm flipH="false" flipV="false">
              <a:off x="0" y="6921500"/>
              <a:ext cx="15786180" cy="6794500"/>
            </a:xfrm>
            <a:prstGeom prst="rect">
              <a:avLst/>
            </a:prstGeom>
          </p:spPr>
        </p:pic>
      </p:grpSp>
      <p:sp>
        <p:nvSpPr>
          <p:cNvPr name="Freeform 6" id="6"/>
          <p:cNvSpPr/>
          <p:nvPr/>
        </p:nvSpPr>
        <p:spPr>
          <a:xfrm flipH="false" flipV="false" rot="0">
            <a:off x="14245688" y="3346532"/>
            <a:ext cx="1001444" cy="240347"/>
          </a:xfrm>
          <a:custGeom>
            <a:avLst/>
            <a:gdLst/>
            <a:ahLst/>
            <a:cxnLst/>
            <a:rect r="r" b="b" t="t" l="l"/>
            <a:pathLst>
              <a:path h="240347" w="1001444">
                <a:moveTo>
                  <a:pt x="0" y="0"/>
                </a:moveTo>
                <a:lnTo>
                  <a:pt x="1001444" y="0"/>
                </a:lnTo>
                <a:lnTo>
                  <a:pt x="1001444" y="240346"/>
                </a:lnTo>
                <a:lnTo>
                  <a:pt x="0" y="2403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10800000">
            <a:off x="2042964" y="7937108"/>
            <a:ext cx="1032110" cy="247706"/>
          </a:xfrm>
          <a:custGeom>
            <a:avLst/>
            <a:gdLst/>
            <a:ahLst/>
            <a:cxnLst/>
            <a:rect r="r" b="b" t="t" l="l"/>
            <a:pathLst>
              <a:path h="247706" w="1032110">
                <a:moveTo>
                  <a:pt x="0" y="0"/>
                </a:moveTo>
                <a:lnTo>
                  <a:pt x="1032110" y="0"/>
                </a:lnTo>
                <a:lnTo>
                  <a:pt x="1032110" y="247706"/>
                </a:lnTo>
                <a:lnTo>
                  <a:pt x="0" y="2477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5467556" y="3168890"/>
            <a:ext cx="1309568" cy="509906"/>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Poppins Bold"/>
                <a:ea typeface="Poppins Bold"/>
                <a:cs typeface="Poppins Bold"/>
                <a:sym typeface="Poppins Bold"/>
              </a:rPr>
              <a:t>SIGN IN</a:t>
            </a:r>
          </a:p>
        </p:txBody>
      </p:sp>
      <p:sp>
        <p:nvSpPr>
          <p:cNvPr name="TextBox 9" id="9"/>
          <p:cNvSpPr txBox="true"/>
          <p:nvPr/>
        </p:nvSpPr>
        <p:spPr>
          <a:xfrm rot="0">
            <a:off x="633145" y="7763145"/>
            <a:ext cx="1409819" cy="509906"/>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Poppins Bold"/>
                <a:ea typeface="Poppins Bold"/>
                <a:cs typeface="Poppins Bold"/>
                <a:sym typeface="Poppins Bold"/>
              </a:rPr>
              <a:t>SIGN UP</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0" y="0"/>
            <a:ext cx="8389524" cy="3806747"/>
          </a:xfrm>
          <a:custGeom>
            <a:avLst/>
            <a:gdLst/>
            <a:ahLst/>
            <a:cxnLst/>
            <a:rect r="r" b="b" t="t" l="l"/>
            <a:pathLst>
              <a:path h="3806747" w="8389524">
                <a:moveTo>
                  <a:pt x="0" y="0"/>
                </a:moveTo>
                <a:lnTo>
                  <a:pt x="8389524" y="0"/>
                </a:lnTo>
                <a:lnTo>
                  <a:pt x="8389524" y="3806747"/>
                </a:lnTo>
                <a:lnTo>
                  <a:pt x="0" y="3806747"/>
                </a:lnTo>
                <a:lnTo>
                  <a:pt x="0" y="0"/>
                </a:lnTo>
                <a:close/>
              </a:path>
            </a:pathLst>
          </a:custGeom>
          <a:blipFill>
            <a:blip r:embed="rId3"/>
            <a:stretch>
              <a:fillRect l="0" t="0" r="0" b="0"/>
            </a:stretch>
          </a:blipFill>
        </p:spPr>
      </p:sp>
      <p:sp>
        <p:nvSpPr>
          <p:cNvPr name="Freeform 4" id="4"/>
          <p:cNvSpPr/>
          <p:nvPr/>
        </p:nvSpPr>
        <p:spPr>
          <a:xfrm flipH="false" flipV="false" rot="0">
            <a:off x="5077961" y="3806747"/>
            <a:ext cx="7384149" cy="3308834"/>
          </a:xfrm>
          <a:custGeom>
            <a:avLst/>
            <a:gdLst/>
            <a:ahLst/>
            <a:cxnLst/>
            <a:rect r="r" b="b" t="t" l="l"/>
            <a:pathLst>
              <a:path h="3308834" w="7384149">
                <a:moveTo>
                  <a:pt x="0" y="0"/>
                </a:moveTo>
                <a:lnTo>
                  <a:pt x="7384150" y="0"/>
                </a:lnTo>
                <a:lnTo>
                  <a:pt x="7384150" y="3308833"/>
                </a:lnTo>
                <a:lnTo>
                  <a:pt x="0" y="3308833"/>
                </a:lnTo>
                <a:lnTo>
                  <a:pt x="0" y="0"/>
                </a:lnTo>
                <a:close/>
              </a:path>
            </a:pathLst>
          </a:custGeom>
          <a:blipFill>
            <a:blip r:embed="rId4"/>
            <a:stretch>
              <a:fillRect l="0" t="-12698" r="0" b="0"/>
            </a:stretch>
          </a:blipFill>
        </p:spPr>
      </p:sp>
      <p:sp>
        <p:nvSpPr>
          <p:cNvPr name="Freeform 5" id="5"/>
          <p:cNvSpPr/>
          <p:nvPr/>
        </p:nvSpPr>
        <p:spPr>
          <a:xfrm flipH="false" flipV="false" rot="0">
            <a:off x="10427238" y="6720179"/>
            <a:ext cx="7860762" cy="3566821"/>
          </a:xfrm>
          <a:custGeom>
            <a:avLst/>
            <a:gdLst/>
            <a:ahLst/>
            <a:cxnLst/>
            <a:rect r="r" b="b" t="t" l="l"/>
            <a:pathLst>
              <a:path h="3566821" w="7860762">
                <a:moveTo>
                  <a:pt x="0" y="0"/>
                </a:moveTo>
                <a:lnTo>
                  <a:pt x="7860762" y="0"/>
                </a:lnTo>
                <a:lnTo>
                  <a:pt x="7860762" y="3566821"/>
                </a:lnTo>
                <a:lnTo>
                  <a:pt x="0" y="3566821"/>
                </a:lnTo>
                <a:lnTo>
                  <a:pt x="0" y="0"/>
                </a:lnTo>
                <a:close/>
              </a:path>
            </a:pathLst>
          </a:custGeom>
          <a:blipFill>
            <a:blip r:embed="rId5"/>
            <a:stretch>
              <a:fillRect l="0" t="0" r="0" b="0"/>
            </a:stretch>
          </a:blipFill>
        </p:spPr>
      </p:sp>
      <p:sp>
        <p:nvSpPr>
          <p:cNvPr name="Freeform 6" id="6"/>
          <p:cNvSpPr/>
          <p:nvPr/>
        </p:nvSpPr>
        <p:spPr>
          <a:xfrm flipH="false" flipV="false" rot="0">
            <a:off x="8424350" y="1663027"/>
            <a:ext cx="2002888" cy="480693"/>
          </a:xfrm>
          <a:custGeom>
            <a:avLst/>
            <a:gdLst/>
            <a:ahLst/>
            <a:cxnLst/>
            <a:rect r="r" b="b" t="t" l="l"/>
            <a:pathLst>
              <a:path h="480693" w="2002888">
                <a:moveTo>
                  <a:pt x="0" y="0"/>
                </a:moveTo>
                <a:lnTo>
                  <a:pt x="2002888" y="0"/>
                </a:lnTo>
                <a:lnTo>
                  <a:pt x="2002888" y="480693"/>
                </a:lnTo>
                <a:lnTo>
                  <a:pt x="0" y="4806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0800000">
            <a:off x="8389524" y="8263243"/>
            <a:ext cx="2002888" cy="480693"/>
          </a:xfrm>
          <a:custGeom>
            <a:avLst/>
            <a:gdLst/>
            <a:ahLst/>
            <a:cxnLst/>
            <a:rect r="r" b="b" t="t" l="l"/>
            <a:pathLst>
              <a:path h="480693" w="2002888">
                <a:moveTo>
                  <a:pt x="0" y="0"/>
                </a:moveTo>
                <a:lnTo>
                  <a:pt x="2002888" y="0"/>
                </a:lnTo>
                <a:lnTo>
                  <a:pt x="2002888" y="480693"/>
                </a:lnTo>
                <a:lnTo>
                  <a:pt x="0" y="4806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10800000">
            <a:off x="3075074" y="5220817"/>
            <a:ext cx="2002888" cy="480693"/>
          </a:xfrm>
          <a:custGeom>
            <a:avLst/>
            <a:gdLst/>
            <a:ahLst/>
            <a:cxnLst/>
            <a:rect r="r" b="b" t="t" l="l"/>
            <a:pathLst>
              <a:path h="480693" w="2002888">
                <a:moveTo>
                  <a:pt x="0" y="0"/>
                </a:moveTo>
                <a:lnTo>
                  <a:pt x="2002887" y="0"/>
                </a:lnTo>
                <a:lnTo>
                  <a:pt x="2002887" y="480693"/>
                </a:lnTo>
                <a:lnTo>
                  <a:pt x="0" y="4806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0726176" y="1633814"/>
            <a:ext cx="2265283" cy="509906"/>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Poppins Bold"/>
                <a:ea typeface="Poppins Bold"/>
                <a:cs typeface="Poppins Bold"/>
                <a:sym typeface="Poppins Bold"/>
              </a:rPr>
              <a:t>DASHBOARD</a:t>
            </a:r>
          </a:p>
        </p:txBody>
      </p:sp>
      <p:sp>
        <p:nvSpPr>
          <p:cNvPr name="TextBox 10" id="10"/>
          <p:cNvSpPr txBox="true"/>
          <p:nvPr/>
        </p:nvSpPr>
        <p:spPr>
          <a:xfrm rot="0">
            <a:off x="927305" y="5191604"/>
            <a:ext cx="2030254" cy="509906"/>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Poppins Bold"/>
                <a:ea typeface="Poppins Bold"/>
                <a:cs typeface="Poppins Bold"/>
                <a:sym typeface="Poppins Bold"/>
              </a:rPr>
              <a:t>ACCOUNTS</a:t>
            </a:r>
          </a:p>
        </p:txBody>
      </p:sp>
      <p:sp>
        <p:nvSpPr>
          <p:cNvPr name="TextBox 11" id="11"/>
          <p:cNvSpPr txBox="true"/>
          <p:nvPr/>
        </p:nvSpPr>
        <p:spPr>
          <a:xfrm rot="0">
            <a:off x="5547859" y="8177518"/>
            <a:ext cx="2803565" cy="509906"/>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Poppins Bold"/>
                <a:ea typeface="Poppins Bold"/>
                <a:cs typeface="Poppins Bold"/>
                <a:sym typeface="Poppins Bold"/>
              </a:rPr>
              <a:t>TRANSACTIONS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1363632" y="1795647"/>
            <a:ext cx="193045" cy="19304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F6F1"/>
            </a:solidFill>
          </p:spPr>
        </p:sp>
        <p:sp>
          <p:nvSpPr>
            <p:cNvPr name="TextBox 5" id="5"/>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3193226" y="603880"/>
            <a:ext cx="11344630" cy="878216"/>
          </a:xfrm>
          <a:prstGeom prst="rect">
            <a:avLst/>
          </a:prstGeom>
        </p:spPr>
        <p:txBody>
          <a:bodyPr anchor="t" rtlCol="false" tIns="0" lIns="0" bIns="0" rIns="0">
            <a:spAutoFit/>
          </a:bodyPr>
          <a:lstStyle/>
          <a:p>
            <a:pPr algn="l" marL="0" indent="0" lvl="0">
              <a:lnSpc>
                <a:spcPts val="6962"/>
              </a:lnSpc>
              <a:spcBef>
                <a:spcPct val="0"/>
              </a:spcBef>
            </a:pPr>
            <a:r>
              <a:rPr lang="en-US" b="true" sz="6002" spc="-306">
                <a:solidFill>
                  <a:srgbClr val="182D88"/>
                </a:solidFill>
                <a:latin typeface="Open Sauce Semi-Bold"/>
                <a:ea typeface="Open Sauce Semi-Bold"/>
                <a:cs typeface="Open Sauce Semi-Bold"/>
                <a:sym typeface="Open Sauce Semi-Bold"/>
              </a:rPr>
              <a:t>CHALLENGES &amp; SOLUTIONS</a:t>
            </a:r>
          </a:p>
        </p:txBody>
      </p:sp>
      <p:sp>
        <p:nvSpPr>
          <p:cNvPr name="TextBox 7" id="7"/>
          <p:cNvSpPr txBox="true"/>
          <p:nvPr/>
        </p:nvSpPr>
        <p:spPr>
          <a:xfrm rot="0">
            <a:off x="1028700" y="2007742"/>
            <a:ext cx="6561491" cy="3590567"/>
          </a:xfrm>
          <a:prstGeom prst="rect">
            <a:avLst/>
          </a:prstGeom>
        </p:spPr>
        <p:txBody>
          <a:bodyPr anchor="t" rtlCol="false" tIns="0" lIns="0" bIns="0" rIns="0">
            <a:spAutoFit/>
          </a:bodyPr>
          <a:lstStyle/>
          <a:p>
            <a:pPr algn="l" marL="570259" indent="-285130" lvl="1">
              <a:lnSpc>
                <a:spcPts val="3328"/>
              </a:lnSpc>
              <a:buFont typeface="Arial"/>
              <a:buChar char="•"/>
            </a:pPr>
            <a:r>
              <a:rPr lang="en-US" b="true" sz="2641" spc="7">
                <a:solidFill>
                  <a:srgbClr val="000000"/>
                </a:solidFill>
                <a:latin typeface="Open Sauce Bold"/>
                <a:ea typeface="Open Sauce Bold"/>
                <a:cs typeface="Open Sauce Bold"/>
                <a:sym typeface="Open Sauce Bold"/>
              </a:rPr>
              <a:t>Challeng</a:t>
            </a:r>
            <a:r>
              <a:rPr lang="en-US" b="true" sz="2641" spc="7" strike="noStrike" u="none">
                <a:solidFill>
                  <a:srgbClr val="000000"/>
                </a:solidFill>
                <a:latin typeface="Open Sauce Bold"/>
                <a:ea typeface="Open Sauce Bold"/>
                <a:cs typeface="Open Sauce Bold"/>
                <a:sym typeface="Open Sauce Bold"/>
              </a:rPr>
              <a:t>e</a:t>
            </a:r>
          </a:p>
          <a:p>
            <a:pPr algn="l" marL="0" indent="0" lvl="0">
              <a:lnSpc>
                <a:spcPts val="3328"/>
              </a:lnSpc>
              <a:spcBef>
                <a:spcPct val="0"/>
              </a:spcBef>
            </a:pPr>
            <a:r>
              <a:rPr lang="en-US" b="true" sz="2641" spc="7" strike="noStrike" u="sng">
                <a:solidFill>
                  <a:srgbClr val="000000"/>
                </a:solidFill>
                <a:latin typeface="Open Sauce Medium"/>
                <a:ea typeface="Open Sauce Medium"/>
                <a:cs typeface="Open Sauce Medium"/>
                <a:sym typeface="Open Sauce Medium"/>
              </a:rPr>
              <a:t>Secure API Integration: </a:t>
            </a:r>
          </a:p>
          <a:p>
            <a:pPr algn="l" marL="0" indent="0" lvl="0">
              <a:lnSpc>
                <a:spcPts val="3090"/>
              </a:lnSpc>
              <a:spcBef>
                <a:spcPct val="0"/>
              </a:spcBef>
            </a:pPr>
            <a:r>
              <a:rPr lang="en-US" b="true" sz="2452" spc="7" strike="noStrike" u="none">
                <a:solidFill>
                  <a:srgbClr val="000000"/>
                </a:solidFill>
                <a:latin typeface="Open Sauce Medium"/>
                <a:ea typeface="Open Sauce Medium"/>
                <a:cs typeface="Open Sauce Medium"/>
                <a:sym typeface="Open Sauce Medium"/>
              </a:rPr>
              <a:t>E</a:t>
            </a:r>
            <a:r>
              <a:rPr lang="en-US" b="true" sz="2452" spc="7" strike="noStrike" u="none">
                <a:solidFill>
                  <a:srgbClr val="000000"/>
                </a:solidFill>
                <a:latin typeface="Open Sauce Medium"/>
                <a:ea typeface="Open Sauce Medium"/>
                <a:cs typeface="Open Sauce Medium"/>
                <a:sym typeface="Open Sauce Medium"/>
              </a:rPr>
              <a:t>nsurin</a:t>
            </a:r>
            <a:r>
              <a:rPr lang="en-US" b="true" sz="2452" spc="7" strike="noStrike" u="none">
                <a:solidFill>
                  <a:srgbClr val="000000"/>
                </a:solidFill>
                <a:latin typeface="Open Sauce Medium"/>
                <a:ea typeface="Open Sauce Medium"/>
                <a:cs typeface="Open Sauce Medium"/>
                <a:sym typeface="Open Sauce Medium"/>
              </a:rPr>
              <a:t>g</a:t>
            </a:r>
            <a:r>
              <a:rPr lang="en-US" b="true" sz="2452" spc="7" strike="noStrike" u="none">
                <a:solidFill>
                  <a:srgbClr val="000000"/>
                </a:solidFill>
                <a:latin typeface="Open Sauce Medium"/>
                <a:ea typeface="Open Sauce Medium"/>
                <a:cs typeface="Open Sauce Medium"/>
                <a:sym typeface="Open Sauce Medium"/>
              </a:rPr>
              <a:t> t</a:t>
            </a:r>
            <a:r>
              <a:rPr lang="en-US" b="true" sz="2452" spc="7" strike="noStrike" u="none">
                <a:solidFill>
                  <a:srgbClr val="000000"/>
                </a:solidFill>
                <a:latin typeface="Open Sauce Medium"/>
                <a:ea typeface="Open Sauce Medium"/>
                <a:cs typeface="Open Sauce Medium"/>
                <a:sym typeface="Open Sauce Medium"/>
              </a:rPr>
              <a:t>h</a:t>
            </a:r>
            <a:r>
              <a:rPr lang="en-US" b="true" sz="2452" spc="7" strike="noStrike" u="none">
                <a:solidFill>
                  <a:srgbClr val="000000"/>
                </a:solidFill>
                <a:latin typeface="Open Sauce Medium"/>
                <a:ea typeface="Open Sauce Medium"/>
                <a:cs typeface="Open Sauce Medium"/>
                <a:sym typeface="Open Sauce Medium"/>
              </a:rPr>
              <a:t>at o</a:t>
            </a:r>
            <a:r>
              <a:rPr lang="en-US" b="true" sz="2452" spc="7" strike="noStrike" u="none">
                <a:solidFill>
                  <a:srgbClr val="000000"/>
                </a:solidFill>
                <a:latin typeface="Open Sauce Medium"/>
                <a:ea typeface="Open Sauce Medium"/>
                <a:cs typeface="Open Sauce Medium"/>
                <a:sym typeface="Open Sauce Medium"/>
              </a:rPr>
              <a:t>n</a:t>
            </a:r>
            <a:r>
              <a:rPr lang="en-US" b="true" sz="2452" spc="7" strike="noStrike" u="none">
                <a:solidFill>
                  <a:srgbClr val="000000"/>
                </a:solidFill>
                <a:latin typeface="Open Sauce Medium"/>
                <a:ea typeface="Open Sauce Medium"/>
                <a:cs typeface="Open Sauce Medium"/>
                <a:sym typeface="Open Sauce Medium"/>
              </a:rPr>
              <a:t>l</a:t>
            </a:r>
            <a:r>
              <a:rPr lang="en-US" b="true" sz="2452" spc="7" strike="noStrike" u="none">
                <a:solidFill>
                  <a:srgbClr val="000000"/>
                </a:solidFill>
                <a:latin typeface="Open Sauce Medium"/>
                <a:ea typeface="Open Sauce Medium"/>
                <a:cs typeface="Open Sauce Medium"/>
                <a:sym typeface="Open Sauce Medium"/>
              </a:rPr>
              <a:t>y</a:t>
            </a:r>
            <a:r>
              <a:rPr lang="en-US" b="true" sz="2452" spc="7" strike="noStrike" u="none">
                <a:solidFill>
                  <a:srgbClr val="000000"/>
                </a:solidFill>
                <a:latin typeface="Open Sauce Medium"/>
                <a:ea typeface="Open Sauce Medium"/>
                <a:cs typeface="Open Sauce Medium"/>
                <a:sym typeface="Open Sauce Medium"/>
              </a:rPr>
              <a:t> aut</a:t>
            </a:r>
            <a:r>
              <a:rPr lang="en-US" b="true" sz="2452" spc="7" strike="noStrike" u="none">
                <a:solidFill>
                  <a:srgbClr val="000000"/>
                </a:solidFill>
                <a:latin typeface="Open Sauce Medium"/>
                <a:ea typeface="Open Sauce Medium"/>
                <a:cs typeface="Open Sauce Medium"/>
                <a:sym typeface="Open Sauce Medium"/>
              </a:rPr>
              <a:t>h</a:t>
            </a:r>
            <a:r>
              <a:rPr lang="en-US" b="true" sz="2452" spc="7" strike="noStrike" u="none">
                <a:solidFill>
                  <a:srgbClr val="000000"/>
                </a:solidFill>
                <a:latin typeface="Open Sauce Medium"/>
                <a:ea typeface="Open Sauce Medium"/>
                <a:cs typeface="Open Sauce Medium"/>
                <a:sym typeface="Open Sauce Medium"/>
              </a:rPr>
              <a:t>en</a:t>
            </a:r>
            <a:r>
              <a:rPr lang="en-US" b="true" sz="2452" spc="7" strike="noStrike" u="none">
                <a:solidFill>
                  <a:srgbClr val="000000"/>
                </a:solidFill>
                <a:latin typeface="Open Sauce Medium"/>
                <a:ea typeface="Open Sauce Medium"/>
                <a:cs typeface="Open Sauce Medium"/>
                <a:sym typeface="Open Sauce Medium"/>
              </a:rPr>
              <a:t>t</a:t>
            </a:r>
            <a:r>
              <a:rPr lang="en-US" b="true" sz="2452" spc="7" strike="noStrike" u="none">
                <a:solidFill>
                  <a:srgbClr val="000000"/>
                </a:solidFill>
                <a:latin typeface="Open Sauce Medium"/>
                <a:ea typeface="Open Sauce Medium"/>
                <a:cs typeface="Open Sauce Medium"/>
                <a:sym typeface="Open Sauce Medium"/>
              </a:rPr>
              <a:t>i</a:t>
            </a:r>
            <a:r>
              <a:rPr lang="en-US" b="true" sz="2452" spc="7" strike="noStrike" u="none">
                <a:solidFill>
                  <a:srgbClr val="000000"/>
                </a:solidFill>
                <a:latin typeface="Open Sauce Medium"/>
                <a:ea typeface="Open Sauce Medium"/>
                <a:cs typeface="Open Sauce Medium"/>
                <a:sym typeface="Open Sauce Medium"/>
              </a:rPr>
              <a:t>c</a:t>
            </a:r>
            <a:r>
              <a:rPr lang="en-US" b="true" sz="2452" spc="7" strike="noStrike" u="none">
                <a:solidFill>
                  <a:srgbClr val="000000"/>
                </a:solidFill>
                <a:latin typeface="Open Sauce Medium"/>
                <a:ea typeface="Open Sauce Medium"/>
                <a:cs typeface="Open Sauce Medium"/>
                <a:sym typeface="Open Sauce Medium"/>
              </a:rPr>
              <a:t>a</a:t>
            </a:r>
            <a:r>
              <a:rPr lang="en-US" b="true" sz="2452" spc="7" strike="noStrike" u="none">
                <a:solidFill>
                  <a:srgbClr val="000000"/>
                </a:solidFill>
                <a:latin typeface="Open Sauce Medium"/>
                <a:ea typeface="Open Sauce Medium"/>
                <a:cs typeface="Open Sauce Medium"/>
                <a:sym typeface="Open Sauce Medium"/>
              </a:rPr>
              <a:t>t</a:t>
            </a:r>
            <a:r>
              <a:rPr lang="en-US" b="true" sz="2452" spc="7" strike="noStrike" u="none">
                <a:solidFill>
                  <a:srgbClr val="000000"/>
                </a:solidFill>
                <a:latin typeface="Open Sauce Medium"/>
                <a:ea typeface="Open Sauce Medium"/>
                <a:cs typeface="Open Sauce Medium"/>
                <a:sym typeface="Open Sauce Medium"/>
              </a:rPr>
              <a:t>e</a:t>
            </a:r>
            <a:r>
              <a:rPr lang="en-US" b="true" sz="2452" spc="7" strike="noStrike" u="none">
                <a:solidFill>
                  <a:srgbClr val="000000"/>
                </a:solidFill>
                <a:latin typeface="Open Sauce Medium"/>
                <a:ea typeface="Open Sauce Medium"/>
                <a:cs typeface="Open Sauce Medium"/>
                <a:sym typeface="Open Sauce Medium"/>
              </a:rPr>
              <a:t>d</a:t>
            </a:r>
            <a:r>
              <a:rPr lang="en-US" b="true" sz="2452" spc="7" strike="noStrike" u="none">
                <a:solidFill>
                  <a:srgbClr val="000000"/>
                </a:solidFill>
                <a:latin typeface="Open Sauce Medium"/>
                <a:ea typeface="Open Sauce Medium"/>
                <a:cs typeface="Open Sauce Medium"/>
                <a:sym typeface="Open Sauce Medium"/>
              </a:rPr>
              <a:t> user</a:t>
            </a:r>
            <a:r>
              <a:rPr lang="en-US" b="true" sz="2452" spc="7" strike="noStrike" u="none">
                <a:solidFill>
                  <a:srgbClr val="000000"/>
                </a:solidFill>
                <a:latin typeface="Open Sauce Medium"/>
                <a:ea typeface="Open Sauce Medium"/>
                <a:cs typeface="Open Sauce Medium"/>
                <a:sym typeface="Open Sauce Medium"/>
              </a:rPr>
              <a:t>s </a:t>
            </a:r>
            <a:r>
              <a:rPr lang="en-US" b="true" sz="2452" spc="7" strike="noStrike" u="none">
                <a:solidFill>
                  <a:srgbClr val="000000"/>
                </a:solidFill>
                <a:latin typeface="Open Sauce Medium"/>
                <a:ea typeface="Open Sauce Medium"/>
                <a:cs typeface="Open Sauce Medium"/>
                <a:sym typeface="Open Sauce Medium"/>
              </a:rPr>
              <a:t>can ac</a:t>
            </a:r>
            <a:r>
              <a:rPr lang="en-US" b="true" sz="2452" spc="7" strike="noStrike" u="none">
                <a:solidFill>
                  <a:srgbClr val="000000"/>
                </a:solidFill>
                <a:latin typeface="Open Sauce Medium"/>
                <a:ea typeface="Open Sauce Medium"/>
                <a:cs typeface="Open Sauce Medium"/>
                <a:sym typeface="Open Sauce Medium"/>
              </a:rPr>
              <a:t>ce</a:t>
            </a:r>
            <a:r>
              <a:rPr lang="en-US" b="true" sz="2452" spc="7" strike="noStrike" u="none">
                <a:solidFill>
                  <a:srgbClr val="000000"/>
                </a:solidFill>
                <a:latin typeface="Open Sauce Medium"/>
                <a:ea typeface="Open Sauce Medium"/>
                <a:cs typeface="Open Sauce Medium"/>
                <a:sym typeface="Open Sauce Medium"/>
              </a:rPr>
              <a:t>ss a</a:t>
            </a:r>
            <a:r>
              <a:rPr lang="en-US" b="true" sz="2452" spc="7" strike="noStrike" u="none">
                <a:solidFill>
                  <a:srgbClr val="000000"/>
                </a:solidFill>
                <a:latin typeface="Open Sauce Medium"/>
                <a:ea typeface="Open Sauce Medium"/>
                <a:cs typeface="Open Sauce Medium"/>
                <a:sym typeface="Open Sauce Medium"/>
              </a:rPr>
              <a:t>cco</a:t>
            </a:r>
            <a:r>
              <a:rPr lang="en-US" b="true" sz="2452" spc="7" strike="noStrike" u="none">
                <a:solidFill>
                  <a:srgbClr val="000000"/>
                </a:solidFill>
                <a:latin typeface="Open Sauce Medium"/>
                <a:ea typeface="Open Sauce Medium"/>
                <a:cs typeface="Open Sauce Medium"/>
                <a:sym typeface="Open Sauce Medium"/>
              </a:rPr>
              <a:t>u</a:t>
            </a:r>
            <a:r>
              <a:rPr lang="en-US" b="true" sz="2452" spc="7" strike="noStrike" u="none">
                <a:solidFill>
                  <a:srgbClr val="000000"/>
                </a:solidFill>
                <a:latin typeface="Open Sauce Medium"/>
                <a:ea typeface="Open Sauce Medium"/>
                <a:cs typeface="Open Sauce Medium"/>
                <a:sym typeface="Open Sauce Medium"/>
              </a:rPr>
              <a:t>nts</a:t>
            </a:r>
            <a:r>
              <a:rPr lang="en-US" b="true" sz="2452" spc="7" strike="noStrike" u="none">
                <a:solidFill>
                  <a:srgbClr val="000000"/>
                </a:solidFill>
                <a:latin typeface="Open Sauce Medium"/>
                <a:ea typeface="Open Sauce Medium"/>
                <a:cs typeface="Open Sauce Medium"/>
                <a:sym typeface="Open Sauce Medium"/>
              </a:rPr>
              <a:t> a</a:t>
            </a:r>
            <a:r>
              <a:rPr lang="en-US" b="true" sz="2452" spc="7" strike="noStrike" u="none">
                <a:solidFill>
                  <a:srgbClr val="000000"/>
                </a:solidFill>
                <a:latin typeface="Open Sauce Medium"/>
                <a:ea typeface="Open Sauce Medium"/>
                <a:cs typeface="Open Sauce Medium"/>
                <a:sym typeface="Open Sauce Medium"/>
              </a:rPr>
              <a:t>n</a:t>
            </a:r>
            <a:r>
              <a:rPr lang="en-US" b="true" sz="2452" spc="7" strike="noStrike" u="none">
                <a:solidFill>
                  <a:srgbClr val="000000"/>
                </a:solidFill>
                <a:latin typeface="Open Sauce Medium"/>
                <a:ea typeface="Open Sauce Medium"/>
                <a:cs typeface="Open Sauce Medium"/>
                <a:sym typeface="Open Sauce Medium"/>
              </a:rPr>
              <a:t>d </a:t>
            </a:r>
            <a:r>
              <a:rPr lang="en-US" b="true" sz="2452" spc="7" strike="noStrike" u="none">
                <a:solidFill>
                  <a:srgbClr val="000000"/>
                </a:solidFill>
                <a:latin typeface="Open Sauce Medium"/>
                <a:ea typeface="Open Sauce Medium"/>
                <a:cs typeface="Open Sauce Medium"/>
                <a:sym typeface="Open Sauce Medium"/>
              </a:rPr>
              <a:t>tra</a:t>
            </a:r>
            <a:r>
              <a:rPr lang="en-US" b="true" sz="2452" spc="7" strike="noStrike" u="none">
                <a:solidFill>
                  <a:srgbClr val="000000"/>
                </a:solidFill>
                <a:latin typeface="Open Sauce Medium"/>
                <a:ea typeface="Open Sauce Medium"/>
                <a:cs typeface="Open Sauce Medium"/>
                <a:sym typeface="Open Sauce Medium"/>
              </a:rPr>
              <a:t>nsa</a:t>
            </a:r>
            <a:r>
              <a:rPr lang="en-US" b="true" sz="2452" spc="7" strike="noStrike" u="none">
                <a:solidFill>
                  <a:srgbClr val="000000"/>
                </a:solidFill>
                <a:latin typeface="Open Sauce Medium"/>
                <a:ea typeface="Open Sauce Medium"/>
                <a:cs typeface="Open Sauce Medium"/>
                <a:sym typeface="Open Sauce Medium"/>
              </a:rPr>
              <a:t>c</a:t>
            </a:r>
            <a:r>
              <a:rPr lang="en-US" b="true" sz="2452" spc="7" strike="noStrike" u="none">
                <a:solidFill>
                  <a:srgbClr val="000000"/>
                </a:solidFill>
                <a:latin typeface="Open Sauce Medium"/>
                <a:ea typeface="Open Sauce Medium"/>
                <a:cs typeface="Open Sauce Medium"/>
                <a:sym typeface="Open Sauce Medium"/>
              </a:rPr>
              <a:t>ti</a:t>
            </a:r>
            <a:r>
              <a:rPr lang="en-US" b="true" sz="2452" spc="7" strike="noStrike" u="none">
                <a:solidFill>
                  <a:srgbClr val="000000"/>
                </a:solidFill>
                <a:latin typeface="Open Sauce Medium"/>
                <a:ea typeface="Open Sauce Medium"/>
                <a:cs typeface="Open Sauce Medium"/>
                <a:sym typeface="Open Sauce Medium"/>
              </a:rPr>
              <a:t>on</a:t>
            </a:r>
            <a:r>
              <a:rPr lang="en-US" b="true" sz="2452" spc="7" strike="noStrike" u="none">
                <a:solidFill>
                  <a:srgbClr val="000000"/>
                </a:solidFill>
                <a:latin typeface="Open Sauce Medium"/>
                <a:ea typeface="Open Sauce Medium"/>
                <a:cs typeface="Open Sauce Medium"/>
                <a:sym typeface="Open Sauce Medium"/>
              </a:rPr>
              <a:t>s </a:t>
            </a:r>
            <a:r>
              <a:rPr lang="en-US" b="true" sz="2452" spc="7" strike="noStrike" u="none">
                <a:solidFill>
                  <a:srgbClr val="000000"/>
                </a:solidFill>
                <a:latin typeface="Open Sauce Medium"/>
                <a:ea typeface="Open Sauce Medium"/>
                <a:cs typeface="Open Sauce Medium"/>
                <a:sym typeface="Open Sauce Medium"/>
              </a:rPr>
              <a:t>APIs.</a:t>
            </a:r>
          </a:p>
          <a:p>
            <a:pPr algn="l" marL="0" indent="0" lvl="0">
              <a:lnSpc>
                <a:spcPts val="3328"/>
              </a:lnSpc>
              <a:spcBef>
                <a:spcPct val="0"/>
              </a:spcBef>
            </a:pPr>
            <a:r>
              <a:rPr lang="en-US" b="true" sz="2641" spc="7" strike="noStrike" u="none">
                <a:solidFill>
                  <a:srgbClr val="000000"/>
                </a:solidFill>
                <a:latin typeface="Open Sauce Medium"/>
                <a:ea typeface="Open Sauce Medium"/>
                <a:cs typeface="Open Sauce Medium"/>
                <a:sym typeface="Open Sauce Medium"/>
              </a:rPr>
              <a:t>Sol</a:t>
            </a:r>
            <a:r>
              <a:rPr lang="en-US" b="true" sz="2641" spc="7" strike="noStrike" u="none">
                <a:solidFill>
                  <a:srgbClr val="000000"/>
                </a:solidFill>
                <a:latin typeface="Open Sauce Medium"/>
                <a:ea typeface="Open Sauce Medium"/>
                <a:cs typeface="Open Sauce Medium"/>
                <a:sym typeface="Open Sauce Medium"/>
              </a:rPr>
              <a:t>ution</a:t>
            </a:r>
          </a:p>
          <a:p>
            <a:pPr algn="l" marL="0" indent="0" lvl="0">
              <a:lnSpc>
                <a:spcPts val="3090"/>
              </a:lnSpc>
              <a:spcBef>
                <a:spcPct val="0"/>
              </a:spcBef>
            </a:pPr>
            <a:r>
              <a:rPr lang="en-US" b="true" sz="2452" spc="7" strike="noStrike" u="none">
                <a:solidFill>
                  <a:srgbClr val="000000"/>
                </a:solidFill>
                <a:latin typeface="Open Sauce Medium"/>
                <a:ea typeface="Open Sauce Medium"/>
                <a:cs typeface="Open Sauce Medium"/>
                <a:sym typeface="Open Sauce Medium"/>
              </a:rPr>
              <a:t>Im</a:t>
            </a:r>
            <a:r>
              <a:rPr lang="en-US" b="true" sz="2452" spc="7" strike="noStrike" u="none">
                <a:solidFill>
                  <a:srgbClr val="000000"/>
                </a:solidFill>
                <a:latin typeface="Open Sauce Medium"/>
                <a:ea typeface="Open Sauce Medium"/>
                <a:cs typeface="Open Sauce Medium"/>
                <a:sym typeface="Open Sauce Medium"/>
              </a:rPr>
              <a:t>p</a:t>
            </a:r>
            <a:r>
              <a:rPr lang="en-US" b="true" sz="2452" spc="7" strike="noStrike" u="none">
                <a:solidFill>
                  <a:srgbClr val="000000"/>
                </a:solidFill>
                <a:latin typeface="Open Sauce Medium"/>
                <a:ea typeface="Open Sauce Medium"/>
                <a:cs typeface="Open Sauce Medium"/>
                <a:sym typeface="Open Sauce Medium"/>
              </a:rPr>
              <a:t>l</a:t>
            </a:r>
            <a:r>
              <a:rPr lang="en-US" b="true" sz="2452" spc="7" strike="noStrike" u="none">
                <a:solidFill>
                  <a:srgbClr val="000000"/>
                </a:solidFill>
                <a:latin typeface="Open Sauce Medium"/>
                <a:ea typeface="Open Sauce Medium"/>
                <a:cs typeface="Open Sauce Medium"/>
                <a:sym typeface="Open Sauce Medium"/>
              </a:rPr>
              <a:t>e</a:t>
            </a:r>
            <a:r>
              <a:rPr lang="en-US" b="true" sz="2452" spc="7" strike="noStrike" u="none">
                <a:solidFill>
                  <a:srgbClr val="000000"/>
                </a:solidFill>
                <a:latin typeface="Open Sauce Medium"/>
                <a:ea typeface="Open Sauce Medium"/>
                <a:cs typeface="Open Sauce Medium"/>
                <a:sym typeface="Open Sauce Medium"/>
              </a:rPr>
              <a:t>m</a:t>
            </a:r>
            <a:r>
              <a:rPr lang="en-US" b="true" sz="2452" spc="7" strike="noStrike" u="none">
                <a:solidFill>
                  <a:srgbClr val="000000"/>
                </a:solidFill>
                <a:latin typeface="Open Sauce Medium"/>
                <a:ea typeface="Open Sauce Medium"/>
                <a:cs typeface="Open Sauce Medium"/>
                <a:sym typeface="Open Sauce Medium"/>
              </a:rPr>
              <a:t>en</a:t>
            </a:r>
            <a:r>
              <a:rPr lang="en-US" b="true" sz="2452" spc="7" strike="noStrike" u="none">
                <a:solidFill>
                  <a:srgbClr val="000000"/>
                </a:solidFill>
                <a:latin typeface="Open Sauce Medium"/>
                <a:ea typeface="Open Sauce Medium"/>
                <a:cs typeface="Open Sauce Medium"/>
                <a:sym typeface="Open Sauce Medium"/>
              </a:rPr>
              <a:t>te</a:t>
            </a:r>
            <a:r>
              <a:rPr lang="en-US" b="true" sz="2452" spc="7" strike="noStrike" u="none">
                <a:solidFill>
                  <a:srgbClr val="000000"/>
                </a:solidFill>
                <a:latin typeface="Open Sauce Medium"/>
                <a:ea typeface="Open Sauce Medium"/>
                <a:cs typeface="Open Sauce Medium"/>
                <a:sym typeface="Open Sauce Medium"/>
              </a:rPr>
              <a:t>d</a:t>
            </a:r>
            <a:r>
              <a:rPr lang="en-US" b="true" sz="2452" spc="7" strike="noStrike" u="none">
                <a:solidFill>
                  <a:srgbClr val="000000"/>
                </a:solidFill>
                <a:latin typeface="Open Sauce Medium"/>
                <a:ea typeface="Open Sauce Medium"/>
                <a:cs typeface="Open Sauce Medium"/>
                <a:sym typeface="Open Sauce Medium"/>
              </a:rPr>
              <a:t> JWT-bas</a:t>
            </a:r>
            <a:r>
              <a:rPr lang="en-US" b="true" sz="2452" spc="7" strike="noStrike" u="none">
                <a:solidFill>
                  <a:srgbClr val="000000"/>
                </a:solidFill>
                <a:latin typeface="Open Sauce Medium"/>
                <a:ea typeface="Open Sauce Medium"/>
                <a:cs typeface="Open Sauce Medium"/>
                <a:sym typeface="Open Sauce Medium"/>
              </a:rPr>
              <a:t>e</a:t>
            </a:r>
            <a:r>
              <a:rPr lang="en-US" b="true" sz="2452" spc="7" strike="noStrike" u="none">
                <a:solidFill>
                  <a:srgbClr val="000000"/>
                </a:solidFill>
                <a:latin typeface="Open Sauce Medium"/>
                <a:ea typeface="Open Sauce Medium"/>
                <a:cs typeface="Open Sauce Medium"/>
                <a:sym typeface="Open Sauce Medium"/>
              </a:rPr>
              <a:t>d au</a:t>
            </a:r>
            <a:r>
              <a:rPr lang="en-US" b="true" sz="2452" spc="7" strike="noStrike" u="none">
                <a:solidFill>
                  <a:srgbClr val="000000"/>
                </a:solidFill>
                <a:latin typeface="Open Sauce Medium"/>
                <a:ea typeface="Open Sauce Medium"/>
                <a:cs typeface="Open Sauce Medium"/>
                <a:sym typeface="Open Sauce Medium"/>
              </a:rPr>
              <a:t>t</a:t>
            </a:r>
            <a:r>
              <a:rPr lang="en-US" b="true" sz="2452" spc="7" strike="noStrike" u="none">
                <a:solidFill>
                  <a:srgbClr val="000000"/>
                </a:solidFill>
                <a:latin typeface="Open Sauce Medium"/>
                <a:ea typeface="Open Sauce Medium"/>
                <a:cs typeface="Open Sauce Medium"/>
                <a:sym typeface="Open Sauce Medium"/>
              </a:rPr>
              <a:t>he</a:t>
            </a:r>
            <a:r>
              <a:rPr lang="en-US" b="true" sz="2452" spc="7" strike="noStrike" u="none">
                <a:solidFill>
                  <a:srgbClr val="000000"/>
                </a:solidFill>
                <a:latin typeface="Open Sauce Medium"/>
                <a:ea typeface="Open Sauce Medium"/>
                <a:cs typeface="Open Sauce Medium"/>
                <a:sym typeface="Open Sauce Medium"/>
              </a:rPr>
              <a:t>nt</a:t>
            </a:r>
            <a:r>
              <a:rPr lang="en-US" b="true" sz="2452" spc="7" strike="noStrike" u="none">
                <a:solidFill>
                  <a:srgbClr val="000000"/>
                </a:solidFill>
                <a:latin typeface="Open Sauce Medium"/>
                <a:ea typeface="Open Sauce Medium"/>
                <a:cs typeface="Open Sauce Medium"/>
                <a:sym typeface="Open Sauce Medium"/>
              </a:rPr>
              <a:t>ic</a:t>
            </a:r>
            <a:r>
              <a:rPr lang="en-US" b="true" sz="2452" spc="7" strike="noStrike" u="none">
                <a:solidFill>
                  <a:srgbClr val="000000"/>
                </a:solidFill>
                <a:latin typeface="Open Sauce Medium"/>
                <a:ea typeface="Open Sauce Medium"/>
                <a:cs typeface="Open Sauce Medium"/>
                <a:sym typeface="Open Sauce Medium"/>
              </a:rPr>
              <a:t>at</a:t>
            </a:r>
            <a:r>
              <a:rPr lang="en-US" b="true" sz="2452" spc="7" strike="noStrike" u="none">
                <a:solidFill>
                  <a:srgbClr val="000000"/>
                </a:solidFill>
                <a:latin typeface="Open Sauce Medium"/>
                <a:ea typeface="Open Sauce Medium"/>
                <a:cs typeface="Open Sauce Medium"/>
                <a:sym typeface="Open Sauce Medium"/>
              </a:rPr>
              <a:t>ion</a:t>
            </a:r>
            <a:r>
              <a:rPr lang="en-US" b="true" sz="2452" spc="7" strike="noStrike" u="none">
                <a:solidFill>
                  <a:srgbClr val="000000"/>
                </a:solidFill>
                <a:latin typeface="Open Sauce Medium"/>
                <a:ea typeface="Open Sauce Medium"/>
                <a:cs typeface="Open Sauce Medium"/>
                <a:sym typeface="Open Sauce Medium"/>
              </a:rPr>
              <a:t> </a:t>
            </a:r>
            <a:r>
              <a:rPr lang="en-US" b="true" sz="2452" spc="7" strike="noStrike" u="none">
                <a:solidFill>
                  <a:srgbClr val="000000"/>
                </a:solidFill>
                <a:latin typeface="Open Sauce Medium"/>
                <a:ea typeface="Open Sauce Medium"/>
                <a:cs typeface="Open Sauce Medium"/>
                <a:sym typeface="Open Sauce Medium"/>
              </a:rPr>
              <a:t>w</a:t>
            </a:r>
            <a:r>
              <a:rPr lang="en-US" b="true" sz="2452" spc="7" strike="noStrike" u="none">
                <a:solidFill>
                  <a:srgbClr val="000000"/>
                </a:solidFill>
                <a:latin typeface="Open Sauce Medium"/>
                <a:ea typeface="Open Sauce Medium"/>
                <a:cs typeface="Open Sauce Medium"/>
                <a:sym typeface="Open Sauce Medium"/>
              </a:rPr>
              <a:t>it</a:t>
            </a:r>
            <a:r>
              <a:rPr lang="en-US" b="true" sz="2452" spc="7" strike="noStrike" u="none">
                <a:solidFill>
                  <a:srgbClr val="000000"/>
                </a:solidFill>
                <a:latin typeface="Open Sauce Medium"/>
                <a:ea typeface="Open Sauce Medium"/>
                <a:cs typeface="Open Sauce Medium"/>
                <a:sym typeface="Open Sauce Medium"/>
              </a:rPr>
              <a:t>h</a:t>
            </a:r>
            <a:r>
              <a:rPr lang="en-US" b="true" sz="2452" spc="7" strike="noStrike" u="none">
                <a:solidFill>
                  <a:srgbClr val="000000"/>
                </a:solidFill>
                <a:latin typeface="Open Sauce Medium"/>
                <a:ea typeface="Open Sauce Medium"/>
                <a:cs typeface="Open Sauce Medium"/>
                <a:sym typeface="Open Sauce Medium"/>
              </a:rPr>
              <a:t> </a:t>
            </a:r>
            <a:r>
              <a:rPr lang="en-US" b="true" sz="2452" spc="7" strike="noStrike" u="none">
                <a:solidFill>
                  <a:srgbClr val="000000"/>
                </a:solidFill>
                <a:latin typeface="Open Sauce Medium"/>
                <a:ea typeface="Open Sauce Medium"/>
                <a:cs typeface="Open Sauce Medium"/>
                <a:sym typeface="Open Sauce Medium"/>
              </a:rPr>
              <a:t>A</a:t>
            </a:r>
            <a:r>
              <a:rPr lang="en-US" b="true" sz="2452" spc="7" strike="noStrike" u="none">
                <a:solidFill>
                  <a:srgbClr val="000000"/>
                </a:solidFill>
                <a:latin typeface="Open Sauce Medium"/>
                <a:ea typeface="Open Sauce Medium"/>
                <a:cs typeface="Open Sauce Medium"/>
                <a:sym typeface="Open Sauce Medium"/>
              </a:rPr>
              <a:t>u</a:t>
            </a:r>
            <a:r>
              <a:rPr lang="en-US" b="true" sz="2452" spc="7" strike="noStrike" u="none">
                <a:solidFill>
                  <a:srgbClr val="000000"/>
                </a:solidFill>
                <a:latin typeface="Open Sauce Medium"/>
                <a:ea typeface="Open Sauce Medium"/>
                <a:cs typeface="Open Sauce Medium"/>
                <a:sym typeface="Open Sauce Medium"/>
              </a:rPr>
              <a:t>th</a:t>
            </a:r>
            <a:r>
              <a:rPr lang="en-US" b="true" sz="2452" spc="7" strike="noStrike" u="none">
                <a:solidFill>
                  <a:srgbClr val="000000"/>
                </a:solidFill>
                <a:latin typeface="Open Sauce Medium"/>
                <a:ea typeface="Open Sauce Medium"/>
                <a:cs typeface="Open Sauce Medium"/>
                <a:sym typeface="Open Sauce Medium"/>
              </a:rPr>
              <a:t>ori</a:t>
            </a:r>
            <a:r>
              <a:rPr lang="en-US" b="true" sz="2452" spc="7" strike="noStrike" u="none">
                <a:solidFill>
                  <a:srgbClr val="000000"/>
                </a:solidFill>
                <a:latin typeface="Open Sauce Medium"/>
                <a:ea typeface="Open Sauce Medium"/>
                <a:cs typeface="Open Sauce Medium"/>
                <a:sym typeface="Open Sauce Medium"/>
              </a:rPr>
              <a:t>z</a:t>
            </a:r>
            <a:r>
              <a:rPr lang="en-US" b="true" sz="2452" spc="7" strike="noStrike" u="none">
                <a:solidFill>
                  <a:srgbClr val="000000"/>
                </a:solidFill>
                <a:latin typeface="Open Sauce Medium"/>
                <a:ea typeface="Open Sauce Medium"/>
                <a:cs typeface="Open Sauce Medium"/>
                <a:sym typeface="Open Sauce Medium"/>
              </a:rPr>
              <a:t>at</a:t>
            </a:r>
            <a:r>
              <a:rPr lang="en-US" b="true" sz="2452" spc="7" strike="noStrike" u="none">
                <a:solidFill>
                  <a:srgbClr val="000000"/>
                </a:solidFill>
                <a:latin typeface="Open Sauce Medium"/>
                <a:ea typeface="Open Sauce Medium"/>
                <a:cs typeface="Open Sauce Medium"/>
                <a:sym typeface="Open Sauce Medium"/>
              </a:rPr>
              <a:t>io</a:t>
            </a:r>
            <a:r>
              <a:rPr lang="en-US" b="true" sz="2452" spc="7" strike="noStrike" u="none">
                <a:solidFill>
                  <a:srgbClr val="000000"/>
                </a:solidFill>
                <a:latin typeface="Open Sauce Medium"/>
                <a:ea typeface="Open Sauce Medium"/>
                <a:cs typeface="Open Sauce Medium"/>
                <a:sym typeface="Open Sauce Medium"/>
              </a:rPr>
              <a:t>n </a:t>
            </a:r>
            <a:r>
              <a:rPr lang="en-US" b="true" sz="2452" spc="7" strike="noStrike" u="none">
                <a:solidFill>
                  <a:srgbClr val="000000"/>
                </a:solidFill>
                <a:latin typeface="Open Sauce Medium"/>
                <a:ea typeface="Open Sauce Medium"/>
                <a:cs typeface="Open Sauce Medium"/>
                <a:sym typeface="Open Sauce Medium"/>
              </a:rPr>
              <a:t>he</a:t>
            </a:r>
            <a:r>
              <a:rPr lang="en-US" b="true" sz="2452" spc="7" strike="noStrike" u="none">
                <a:solidFill>
                  <a:srgbClr val="000000"/>
                </a:solidFill>
                <a:latin typeface="Open Sauce Medium"/>
                <a:ea typeface="Open Sauce Medium"/>
                <a:cs typeface="Open Sauce Medium"/>
                <a:sym typeface="Open Sauce Medium"/>
              </a:rPr>
              <a:t>a</a:t>
            </a:r>
            <a:r>
              <a:rPr lang="en-US" b="true" sz="2452" spc="7" strike="noStrike" u="none">
                <a:solidFill>
                  <a:srgbClr val="000000"/>
                </a:solidFill>
                <a:latin typeface="Open Sauce Medium"/>
                <a:ea typeface="Open Sauce Medium"/>
                <a:cs typeface="Open Sauce Medium"/>
                <a:sym typeface="Open Sauce Medium"/>
              </a:rPr>
              <a:t>de</a:t>
            </a:r>
            <a:r>
              <a:rPr lang="en-US" b="true" sz="2452" spc="7" strike="noStrike" u="none">
                <a:solidFill>
                  <a:srgbClr val="000000"/>
                </a:solidFill>
                <a:latin typeface="Open Sauce Medium"/>
                <a:ea typeface="Open Sauce Medium"/>
                <a:cs typeface="Open Sauce Medium"/>
                <a:sym typeface="Open Sauce Medium"/>
              </a:rPr>
              <a:t>r</a:t>
            </a:r>
            <a:r>
              <a:rPr lang="en-US" b="true" sz="2452" spc="7" strike="noStrike" u="none">
                <a:solidFill>
                  <a:srgbClr val="000000"/>
                </a:solidFill>
                <a:latin typeface="Open Sauce Medium"/>
                <a:ea typeface="Open Sauce Medium"/>
                <a:cs typeface="Open Sauce Medium"/>
                <a:sym typeface="Open Sauce Medium"/>
              </a:rPr>
              <a:t>s,</a:t>
            </a:r>
            <a:r>
              <a:rPr lang="en-US" b="true" sz="2452" spc="7" strike="noStrike" u="none">
                <a:solidFill>
                  <a:srgbClr val="000000"/>
                </a:solidFill>
                <a:latin typeface="Open Sauce Medium"/>
                <a:ea typeface="Open Sauce Medium"/>
                <a:cs typeface="Open Sauce Medium"/>
                <a:sym typeface="Open Sauce Medium"/>
              </a:rPr>
              <a:t> t</a:t>
            </a:r>
            <a:r>
              <a:rPr lang="en-US" b="true" sz="2452" spc="7" strike="noStrike" u="none">
                <a:solidFill>
                  <a:srgbClr val="000000"/>
                </a:solidFill>
                <a:latin typeface="Open Sauce Medium"/>
                <a:ea typeface="Open Sauce Medium"/>
                <a:cs typeface="Open Sauce Medium"/>
                <a:sym typeface="Open Sauce Medium"/>
              </a:rPr>
              <a:t>ok</a:t>
            </a:r>
            <a:r>
              <a:rPr lang="en-US" b="true" sz="2452" spc="7" strike="noStrike" u="none">
                <a:solidFill>
                  <a:srgbClr val="000000"/>
                </a:solidFill>
                <a:latin typeface="Open Sauce Medium"/>
                <a:ea typeface="Open Sauce Medium"/>
                <a:cs typeface="Open Sauce Medium"/>
                <a:sym typeface="Open Sauce Medium"/>
              </a:rPr>
              <a:t>e</a:t>
            </a:r>
            <a:r>
              <a:rPr lang="en-US" b="true" sz="2452" spc="7" strike="noStrike" u="none">
                <a:solidFill>
                  <a:srgbClr val="000000"/>
                </a:solidFill>
                <a:latin typeface="Open Sauce Medium"/>
                <a:ea typeface="Open Sauce Medium"/>
                <a:cs typeface="Open Sauce Medium"/>
                <a:sym typeface="Open Sauce Medium"/>
              </a:rPr>
              <a:t>n</a:t>
            </a:r>
            <a:r>
              <a:rPr lang="en-US" b="true" sz="2452" spc="7" strike="noStrike" u="none">
                <a:solidFill>
                  <a:srgbClr val="000000"/>
                </a:solidFill>
                <a:latin typeface="Open Sauce Medium"/>
                <a:ea typeface="Open Sauce Medium"/>
                <a:cs typeface="Open Sauce Medium"/>
                <a:sym typeface="Open Sauce Medium"/>
              </a:rPr>
              <a:t> sto</a:t>
            </a:r>
            <a:r>
              <a:rPr lang="en-US" b="true" sz="2452" spc="7" strike="noStrike" u="none">
                <a:solidFill>
                  <a:srgbClr val="000000"/>
                </a:solidFill>
                <a:latin typeface="Open Sauce Medium"/>
                <a:ea typeface="Open Sauce Medium"/>
                <a:cs typeface="Open Sauce Medium"/>
                <a:sym typeface="Open Sauce Medium"/>
              </a:rPr>
              <a:t>r</a:t>
            </a:r>
            <a:r>
              <a:rPr lang="en-US" b="true" sz="2452" spc="7" strike="noStrike" u="none">
                <a:solidFill>
                  <a:srgbClr val="000000"/>
                </a:solidFill>
                <a:latin typeface="Open Sauce Medium"/>
                <a:ea typeface="Open Sauce Medium"/>
                <a:cs typeface="Open Sauce Medium"/>
                <a:sym typeface="Open Sauce Medium"/>
              </a:rPr>
              <a:t>a</a:t>
            </a:r>
            <a:r>
              <a:rPr lang="en-US" b="true" sz="2452" spc="7" strike="noStrike" u="none">
                <a:solidFill>
                  <a:srgbClr val="000000"/>
                </a:solidFill>
                <a:latin typeface="Open Sauce Medium"/>
                <a:ea typeface="Open Sauce Medium"/>
                <a:cs typeface="Open Sauce Medium"/>
                <a:sym typeface="Open Sauce Medium"/>
              </a:rPr>
              <a:t>g</a:t>
            </a:r>
            <a:r>
              <a:rPr lang="en-US" b="true" sz="2452" spc="7" strike="noStrike" u="none">
                <a:solidFill>
                  <a:srgbClr val="000000"/>
                </a:solidFill>
                <a:latin typeface="Open Sauce Medium"/>
                <a:ea typeface="Open Sauce Medium"/>
                <a:cs typeface="Open Sauce Medium"/>
                <a:sym typeface="Open Sauce Medium"/>
              </a:rPr>
              <a:t>e in </a:t>
            </a:r>
            <a:r>
              <a:rPr lang="en-US" b="true" sz="2452" spc="7" strike="noStrike" u="none">
                <a:solidFill>
                  <a:srgbClr val="000000"/>
                </a:solidFill>
                <a:latin typeface="Open Sauce Medium"/>
                <a:ea typeface="Open Sauce Medium"/>
                <a:cs typeface="Open Sauce Medium"/>
                <a:sym typeface="Open Sauce Medium"/>
              </a:rPr>
              <a:t>b</a:t>
            </a:r>
            <a:r>
              <a:rPr lang="en-US" b="true" sz="2452" spc="7" strike="noStrike" u="none">
                <a:solidFill>
                  <a:srgbClr val="000000"/>
                </a:solidFill>
                <a:latin typeface="Open Sauce Medium"/>
                <a:ea typeface="Open Sauce Medium"/>
                <a:cs typeface="Open Sauce Medium"/>
                <a:sym typeface="Open Sauce Medium"/>
              </a:rPr>
              <a:t>ro</a:t>
            </a:r>
            <a:r>
              <a:rPr lang="en-US" b="true" sz="2452" spc="7" strike="noStrike" u="none">
                <a:solidFill>
                  <a:srgbClr val="000000"/>
                </a:solidFill>
                <a:latin typeface="Open Sauce Medium"/>
                <a:ea typeface="Open Sauce Medium"/>
                <a:cs typeface="Open Sauce Medium"/>
                <a:sym typeface="Open Sauce Medium"/>
              </a:rPr>
              <a:t>ws</a:t>
            </a:r>
            <a:r>
              <a:rPr lang="en-US" b="true" sz="2452" spc="7" strike="noStrike" u="none">
                <a:solidFill>
                  <a:srgbClr val="000000"/>
                </a:solidFill>
                <a:latin typeface="Open Sauce Medium"/>
                <a:ea typeface="Open Sauce Medium"/>
                <a:cs typeface="Open Sauce Medium"/>
                <a:sym typeface="Open Sauce Medium"/>
              </a:rPr>
              <a:t>e</a:t>
            </a:r>
            <a:r>
              <a:rPr lang="en-US" b="true" sz="2452" spc="7" strike="noStrike" u="none">
                <a:solidFill>
                  <a:srgbClr val="000000"/>
                </a:solidFill>
                <a:latin typeface="Open Sauce Medium"/>
                <a:ea typeface="Open Sauce Medium"/>
                <a:cs typeface="Open Sauce Medium"/>
                <a:sym typeface="Open Sauce Medium"/>
              </a:rPr>
              <a:t>r</a:t>
            </a:r>
            <a:r>
              <a:rPr lang="en-US" b="true" sz="2452" spc="7" strike="noStrike" u="none">
                <a:solidFill>
                  <a:srgbClr val="000000"/>
                </a:solidFill>
                <a:latin typeface="Open Sauce Medium"/>
                <a:ea typeface="Open Sauce Medium"/>
                <a:cs typeface="Open Sauce Medium"/>
                <a:sym typeface="Open Sauce Medium"/>
              </a:rPr>
              <a:t>, </a:t>
            </a:r>
            <a:r>
              <a:rPr lang="en-US" b="true" sz="2452" spc="7" strike="noStrike" u="none">
                <a:solidFill>
                  <a:srgbClr val="000000"/>
                </a:solidFill>
                <a:latin typeface="Open Sauce Medium"/>
                <a:ea typeface="Open Sauce Medium"/>
                <a:cs typeface="Open Sauce Medium"/>
                <a:sym typeface="Open Sauce Medium"/>
              </a:rPr>
              <a:t>a</a:t>
            </a:r>
            <a:r>
              <a:rPr lang="en-US" b="true" sz="2452" spc="7" strike="noStrike" u="none">
                <a:solidFill>
                  <a:srgbClr val="000000"/>
                </a:solidFill>
                <a:latin typeface="Open Sauce Medium"/>
                <a:ea typeface="Open Sauce Medium"/>
                <a:cs typeface="Open Sauce Medium"/>
                <a:sym typeface="Open Sauce Medium"/>
              </a:rPr>
              <a:t>n</a:t>
            </a:r>
            <a:r>
              <a:rPr lang="en-US" b="true" sz="2452" spc="7" strike="noStrike" u="none">
                <a:solidFill>
                  <a:srgbClr val="000000"/>
                </a:solidFill>
                <a:latin typeface="Open Sauce Medium"/>
                <a:ea typeface="Open Sauce Medium"/>
                <a:cs typeface="Open Sauce Medium"/>
                <a:sym typeface="Open Sauce Medium"/>
              </a:rPr>
              <a:t>d</a:t>
            </a:r>
            <a:r>
              <a:rPr lang="en-US" b="true" sz="2452" spc="7" strike="noStrike" u="none">
                <a:solidFill>
                  <a:srgbClr val="000000"/>
                </a:solidFill>
                <a:latin typeface="Open Sauce Medium"/>
                <a:ea typeface="Open Sauce Medium"/>
                <a:cs typeface="Open Sauce Medium"/>
                <a:sym typeface="Open Sauce Medium"/>
              </a:rPr>
              <a:t> p</a:t>
            </a:r>
            <a:r>
              <a:rPr lang="en-US" b="true" sz="2452" spc="7" strike="noStrike" u="none">
                <a:solidFill>
                  <a:srgbClr val="000000"/>
                </a:solidFill>
                <a:latin typeface="Open Sauce Medium"/>
                <a:ea typeface="Open Sauce Medium"/>
                <a:cs typeface="Open Sauce Medium"/>
                <a:sym typeface="Open Sauce Medium"/>
              </a:rPr>
              <a:t>rotected backend routes.</a:t>
            </a:r>
          </a:p>
        </p:txBody>
      </p:sp>
      <p:sp>
        <p:nvSpPr>
          <p:cNvPr name="TextBox 8" id="8"/>
          <p:cNvSpPr txBox="true"/>
          <p:nvPr/>
        </p:nvSpPr>
        <p:spPr>
          <a:xfrm rot="0">
            <a:off x="9298094" y="1979167"/>
            <a:ext cx="6561491" cy="3590567"/>
          </a:xfrm>
          <a:prstGeom prst="rect">
            <a:avLst/>
          </a:prstGeom>
        </p:spPr>
        <p:txBody>
          <a:bodyPr anchor="t" rtlCol="false" tIns="0" lIns="0" bIns="0" rIns="0">
            <a:spAutoFit/>
          </a:bodyPr>
          <a:lstStyle/>
          <a:p>
            <a:pPr algn="l" marL="570259" indent="-285130" lvl="1">
              <a:lnSpc>
                <a:spcPts val="3328"/>
              </a:lnSpc>
              <a:buFont typeface="Arial"/>
              <a:buChar char="•"/>
            </a:pPr>
            <a:r>
              <a:rPr lang="en-US" b="true" sz="2641" spc="7">
                <a:solidFill>
                  <a:srgbClr val="000000"/>
                </a:solidFill>
                <a:latin typeface="Open Sauce Bold"/>
                <a:ea typeface="Open Sauce Bold"/>
                <a:cs typeface="Open Sauce Bold"/>
                <a:sym typeface="Open Sauce Bold"/>
              </a:rPr>
              <a:t>Challeng</a:t>
            </a:r>
            <a:r>
              <a:rPr lang="en-US" b="true" sz="2641" spc="7" strike="noStrike" u="none">
                <a:solidFill>
                  <a:srgbClr val="000000"/>
                </a:solidFill>
                <a:latin typeface="Open Sauce Bold"/>
                <a:ea typeface="Open Sauce Bold"/>
                <a:cs typeface="Open Sauce Bold"/>
                <a:sym typeface="Open Sauce Bold"/>
              </a:rPr>
              <a:t>e</a:t>
            </a:r>
          </a:p>
          <a:p>
            <a:pPr algn="l" marL="0" indent="0" lvl="0">
              <a:lnSpc>
                <a:spcPts val="3328"/>
              </a:lnSpc>
              <a:spcBef>
                <a:spcPct val="0"/>
              </a:spcBef>
            </a:pPr>
            <a:r>
              <a:rPr lang="en-US" b="true" sz="2641" spc="7" strike="noStrike" u="sng">
                <a:solidFill>
                  <a:srgbClr val="000000"/>
                </a:solidFill>
                <a:latin typeface="Open Sauce Bold"/>
                <a:ea typeface="Open Sauce Bold"/>
                <a:cs typeface="Open Sauce Bold"/>
                <a:sym typeface="Open Sauce Bold"/>
              </a:rPr>
              <a:t>Multi-Module Data Flow</a:t>
            </a:r>
            <a:r>
              <a:rPr lang="en-US" b="true" sz="2641" spc="7" strike="noStrike" u="sng">
                <a:solidFill>
                  <a:srgbClr val="000000"/>
                </a:solidFill>
                <a:latin typeface="Open Sauce Medium"/>
                <a:ea typeface="Open Sauce Medium"/>
                <a:cs typeface="Open Sauce Medium"/>
                <a:sym typeface="Open Sauce Medium"/>
              </a:rPr>
              <a:t>: </a:t>
            </a:r>
          </a:p>
          <a:p>
            <a:pPr algn="l" marL="0" indent="0" lvl="0">
              <a:lnSpc>
                <a:spcPts val="3090"/>
              </a:lnSpc>
              <a:spcBef>
                <a:spcPct val="0"/>
              </a:spcBef>
            </a:pPr>
            <a:r>
              <a:rPr lang="en-US" b="true" sz="2452" spc="7" strike="noStrike">
                <a:solidFill>
                  <a:srgbClr val="000000"/>
                </a:solidFill>
                <a:latin typeface="Open Sauce Medium"/>
                <a:ea typeface="Open Sauce Medium"/>
                <a:cs typeface="Open Sauce Medium"/>
                <a:sym typeface="Open Sauce Medium"/>
              </a:rPr>
              <a:t>Ma</a:t>
            </a:r>
            <a:r>
              <a:rPr lang="en-US" b="true" sz="2452" spc="7" strike="noStrike" u="none">
                <a:solidFill>
                  <a:srgbClr val="000000"/>
                </a:solidFill>
                <a:latin typeface="Open Sauce Medium"/>
                <a:ea typeface="Open Sauce Medium"/>
                <a:cs typeface="Open Sauce Medium"/>
                <a:sym typeface="Open Sauce Medium"/>
              </a:rPr>
              <a:t>naging data flow between authenticat</a:t>
            </a:r>
            <a:r>
              <a:rPr lang="en-US" b="true" sz="2452" spc="7" strike="noStrike" u="none">
                <a:solidFill>
                  <a:srgbClr val="000000"/>
                </a:solidFill>
                <a:latin typeface="Open Sauce Medium"/>
                <a:ea typeface="Open Sauce Medium"/>
                <a:cs typeface="Open Sauce Medium"/>
                <a:sym typeface="Open Sauce Medium"/>
              </a:rPr>
              <a:t>io</a:t>
            </a:r>
            <a:r>
              <a:rPr lang="en-US" b="true" sz="2452" spc="7" strike="noStrike" u="none">
                <a:solidFill>
                  <a:srgbClr val="000000"/>
                </a:solidFill>
                <a:latin typeface="Open Sauce Medium"/>
                <a:ea typeface="Open Sauce Medium"/>
                <a:cs typeface="Open Sauce Medium"/>
                <a:sym typeface="Open Sauce Medium"/>
              </a:rPr>
              <a:t>n, accounts</a:t>
            </a:r>
            <a:r>
              <a:rPr lang="en-US" b="true" sz="2452" spc="7" strike="noStrike" u="none">
                <a:solidFill>
                  <a:srgbClr val="000000"/>
                </a:solidFill>
                <a:latin typeface="Open Sauce Medium"/>
                <a:ea typeface="Open Sauce Medium"/>
                <a:cs typeface="Open Sauce Medium"/>
                <a:sym typeface="Open Sauce Medium"/>
              </a:rPr>
              <a:t>,</a:t>
            </a:r>
            <a:r>
              <a:rPr lang="en-US" b="true" sz="2452" spc="7" strike="noStrike" u="none">
                <a:solidFill>
                  <a:srgbClr val="000000"/>
                </a:solidFill>
                <a:latin typeface="Open Sauce Medium"/>
                <a:ea typeface="Open Sauce Medium"/>
                <a:cs typeface="Open Sauce Medium"/>
                <a:sym typeface="Open Sauce Medium"/>
              </a:rPr>
              <a:t> transactions, and budgeting modules without conflicts.</a:t>
            </a:r>
          </a:p>
          <a:p>
            <a:pPr algn="l" marL="0" indent="0" lvl="0">
              <a:lnSpc>
                <a:spcPts val="3328"/>
              </a:lnSpc>
              <a:spcBef>
                <a:spcPct val="0"/>
              </a:spcBef>
            </a:pPr>
            <a:r>
              <a:rPr lang="en-US" b="true" sz="2641" spc="7" strike="noStrike" u="none">
                <a:solidFill>
                  <a:srgbClr val="000000"/>
                </a:solidFill>
                <a:latin typeface="Open Sauce Medium"/>
                <a:ea typeface="Open Sauce Medium"/>
                <a:cs typeface="Open Sauce Medium"/>
                <a:sym typeface="Open Sauce Medium"/>
              </a:rPr>
              <a:t>Sol</a:t>
            </a:r>
            <a:r>
              <a:rPr lang="en-US" b="true" sz="2641" spc="7" strike="noStrike" u="none">
                <a:solidFill>
                  <a:srgbClr val="000000"/>
                </a:solidFill>
                <a:latin typeface="Open Sauce Medium"/>
                <a:ea typeface="Open Sauce Medium"/>
                <a:cs typeface="Open Sauce Medium"/>
                <a:sym typeface="Open Sauce Medium"/>
              </a:rPr>
              <a:t>ution</a:t>
            </a:r>
          </a:p>
          <a:p>
            <a:pPr algn="l" marL="0" indent="0" lvl="0">
              <a:lnSpc>
                <a:spcPts val="3090"/>
              </a:lnSpc>
              <a:spcBef>
                <a:spcPct val="0"/>
              </a:spcBef>
            </a:pPr>
            <a:r>
              <a:rPr lang="en-US" b="true" sz="2452" spc="7" strike="noStrike" u="none">
                <a:solidFill>
                  <a:srgbClr val="000000"/>
                </a:solidFill>
                <a:latin typeface="Open Sauce Medium"/>
                <a:ea typeface="Open Sauce Medium"/>
                <a:cs typeface="Open Sauce Medium"/>
                <a:sym typeface="Open Sauce Medium"/>
              </a:rPr>
              <a:t>ID</a:t>
            </a:r>
            <a:r>
              <a:rPr lang="en-US" b="true" sz="2452" spc="7" strike="noStrike" u="none">
                <a:solidFill>
                  <a:srgbClr val="000000"/>
                </a:solidFill>
                <a:latin typeface="Open Sauce Medium"/>
                <a:ea typeface="Open Sauce Medium"/>
                <a:cs typeface="Open Sauce Medium"/>
                <a:sym typeface="Open Sauce Medium"/>
              </a:rPr>
              <a:t>esigned </a:t>
            </a:r>
            <a:r>
              <a:rPr lang="en-US" b="true" sz="2452" spc="7" strike="noStrike" u="none">
                <a:solidFill>
                  <a:srgbClr val="000000"/>
                </a:solidFill>
                <a:latin typeface="Open Sauce Medium"/>
                <a:ea typeface="Open Sauce Medium"/>
                <a:cs typeface="Open Sauce Medium"/>
                <a:sym typeface="Open Sauce Medium"/>
              </a:rPr>
              <a:t>modul</a:t>
            </a:r>
            <a:r>
              <a:rPr lang="en-US" b="true" sz="2452" spc="7" strike="noStrike" u="none">
                <a:solidFill>
                  <a:srgbClr val="000000"/>
                </a:solidFill>
                <a:latin typeface="Open Sauce Medium"/>
                <a:ea typeface="Open Sauce Medium"/>
                <a:cs typeface="Open Sauce Medium"/>
                <a:sym typeface="Open Sauce Medium"/>
              </a:rPr>
              <a:t>a</a:t>
            </a:r>
            <a:r>
              <a:rPr lang="en-US" b="true" sz="2452" spc="7" strike="noStrike" u="none">
                <a:solidFill>
                  <a:srgbClr val="000000"/>
                </a:solidFill>
                <a:latin typeface="Open Sauce Medium"/>
                <a:ea typeface="Open Sauce Medium"/>
                <a:cs typeface="Open Sauce Medium"/>
                <a:sym typeface="Open Sauce Medium"/>
              </a:rPr>
              <a:t>r front</a:t>
            </a:r>
            <a:r>
              <a:rPr lang="en-US" b="true" sz="2452" spc="7" strike="noStrike" u="none">
                <a:solidFill>
                  <a:srgbClr val="000000"/>
                </a:solidFill>
                <a:latin typeface="Open Sauce Medium"/>
                <a:ea typeface="Open Sauce Medium"/>
                <a:cs typeface="Open Sauce Medium"/>
                <a:sym typeface="Open Sauce Medium"/>
              </a:rPr>
              <a:t>end </a:t>
            </a:r>
            <a:r>
              <a:rPr lang="en-US" b="true" sz="2452" spc="7" strike="noStrike" u="none">
                <a:solidFill>
                  <a:srgbClr val="000000"/>
                </a:solidFill>
                <a:latin typeface="Open Sauce Medium"/>
                <a:ea typeface="Open Sauce Medium"/>
                <a:cs typeface="Open Sauce Medium"/>
                <a:sym typeface="Open Sauce Medium"/>
              </a:rPr>
              <a:t>compon</a:t>
            </a:r>
            <a:r>
              <a:rPr lang="en-US" b="true" sz="2452" spc="7" strike="noStrike" u="none">
                <a:solidFill>
                  <a:srgbClr val="000000"/>
                </a:solidFill>
                <a:latin typeface="Open Sauce Medium"/>
                <a:ea typeface="Open Sauce Medium"/>
                <a:cs typeface="Open Sauce Medium"/>
                <a:sym typeface="Open Sauce Medium"/>
              </a:rPr>
              <a:t>ents an</a:t>
            </a:r>
            <a:r>
              <a:rPr lang="en-US" b="true" sz="2452" spc="7" strike="noStrike" u="none">
                <a:solidFill>
                  <a:srgbClr val="000000"/>
                </a:solidFill>
                <a:latin typeface="Open Sauce Medium"/>
                <a:ea typeface="Open Sauce Medium"/>
                <a:cs typeface="Open Sauce Medium"/>
                <a:sym typeface="Open Sauce Medium"/>
              </a:rPr>
              <a:t>d</a:t>
            </a:r>
            <a:r>
              <a:rPr lang="en-US" b="true" sz="2452" spc="7" strike="noStrike" u="none">
                <a:solidFill>
                  <a:srgbClr val="000000"/>
                </a:solidFill>
                <a:latin typeface="Open Sauce Medium"/>
                <a:ea typeface="Open Sauce Medium"/>
                <a:cs typeface="Open Sauce Medium"/>
                <a:sym typeface="Open Sauce Medium"/>
              </a:rPr>
              <a:t> struct</a:t>
            </a:r>
            <a:r>
              <a:rPr lang="en-US" b="true" sz="2452" spc="7" strike="noStrike" u="none">
                <a:solidFill>
                  <a:srgbClr val="000000"/>
                </a:solidFill>
                <a:latin typeface="Open Sauce Medium"/>
                <a:ea typeface="Open Sauce Medium"/>
                <a:cs typeface="Open Sauce Medium"/>
                <a:sym typeface="Open Sauce Medium"/>
              </a:rPr>
              <a:t>u</a:t>
            </a:r>
            <a:r>
              <a:rPr lang="en-US" b="true" sz="2452" spc="7" strike="noStrike" u="none">
                <a:solidFill>
                  <a:srgbClr val="000000"/>
                </a:solidFill>
                <a:latin typeface="Open Sauce Medium"/>
                <a:ea typeface="Open Sauce Medium"/>
                <a:cs typeface="Open Sauce Medium"/>
                <a:sym typeface="Open Sauce Medium"/>
              </a:rPr>
              <a:t>red backen</a:t>
            </a:r>
            <a:r>
              <a:rPr lang="en-US" b="true" sz="2452" spc="7" strike="noStrike" u="none">
                <a:solidFill>
                  <a:srgbClr val="000000"/>
                </a:solidFill>
                <a:latin typeface="Open Sauce Medium"/>
                <a:ea typeface="Open Sauce Medium"/>
                <a:cs typeface="Open Sauce Medium"/>
                <a:sym typeface="Open Sauce Medium"/>
              </a:rPr>
              <a:t>d</a:t>
            </a:r>
            <a:r>
              <a:rPr lang="en-US" b="true" sz="2452" spc="7" strike="noStrike" u="none">
                <a:solidFill>
                  <a:srgbClr val="000000"/>
                </a:solidFill>
                <a:latin typeface="Open Sauce Medium"/>
                <a:ea typeface="Open Sauce Medium"/>
                <a:cs typeface="Open Sauce Medium"/>
                <a:sym typeface="Open Sauce Medium"/>
              </a:rPr>
              <a:t> ser</a:t>
            </a:r>
            <a:r>
              <a:rPr lang="en-US" b="true" sz="2452" spc="7" strike="noStrike" u="none">
                <a:solidFill>
                  <a:srgbClr val="000000"/>
                </a:solidFill>
                <a:latin typeface="Open Sauce Medium"/>
                <a:ea typeface="Open Sauce Medium"/>
                <a:cs typeface="Open Sauce Medium"/>
                <a:sym typeface="Open Sauce Medium"/>
              </a:rPr>
              <a:t>vic</a:t>
            </a:r>
            <a:r>
              <a:rPr lang="en-US" b="true" sz="2452" spc="7" strike="noStrike" u="none">
                <a:solidFill>
                  <a:srgbClr val="000000"/>
                </a:solidFill>
                <a:latin typeface="Open Sauce Medium"/>
                <a:ea typeface="Open Sauce Medium"/>
                <a:cs typeface="Open Sauce Medium"/>
                <a:sym typeface="Open Sauce Medium"/>
              </a:rPr>
              <a:t>es with clear separa</a:t>
            </a:r>
            <a:r>
              <a:rPr lang="en-US" b="true" sz="2452" spc="7" strike="noStrike" u="none">
                <a:solidFill>
                  <a:srgbClr val="000000"/>
                </a:solidFill>
                <a:latin typeface="Open Sauce Medium"/>
                <a:ea typeface="Open Sauce Medium"/>
                <a:cs typeface="Open Sauce Medium"/>
                <a:sym typeface="Open Sauce Medium"/>
              </a:rPr>
              <a:t>tio</a:t>
            </a:r>
            <a:r>
              <a:rPr lang="en-US" b="true" sz="2452" spc="7" strike="noStrike" u="none">
                <a:solidFill>
                  <a:srgbClr val="000000"/>
                </a:solidFill>
                <a:latin typeface="Open Sauce Medium"/>
                <a:ea typeface="Open Sauce Medium"/>
                <a:cs typeface="Open Sauce Medium"/>
                <a:sym typeface="Open Sauce Medium"/>
              </a:rPr>
              <a:t>n o</a:t>
            </a:r>
            <a:r>
              <a:rPr lang="en-US" b="true" sz="2452" spc="7" strike="noStrike" u="none">
                <a:solidFill>
                  <a:srgbClr val="000000"/>
                </a:solidFill>
                <a:latin typeface="Open Sauce Medium"/>
                <a:ea typeface="Open Sauce Medium"/>
                <a:cs typeface="Open Sauce Medium"/>
                <a:sym typeface="Open Sauce Medium"/>
              </a:rPr>
              <a:t>f</a:t>
            </a:r>
            <a:r>
              <a:rPr lang="en-US" b="true" sz="2452" spc="7" strike="noStrike" u="none">
                <a:solidFill>
                  <a:srgbClr val="000000"/>
                </a:solidFill>
                <a:latin typeface="Open Sauce Medium"/>
                <a:ea typeface="Open Sauce Medium"/>
                <a:cs typeface="Open Sauce Medium"/>
                <a:sym typeface="Open Sauce Medium"/>
              </a:rPr>
              <a:t> co</a:t>
            </a:r>
            <a:r>
              <a:rPr lang="en-US" b="true" sz="2452" spc="7" strike="noStrike" u="none">
                <a:solidFill>
                  <a:srgbClr val="000000"/>
                </a:solidFill>
                <a:latin typeface="Open Sauce Medium"/>
                <a:ea typeface="Open Sauce Medium"/>
                <a:cs typeface="Open Sauce Medium"/>
                <a:sym typeface="Open Sauce Medium"/>
              </a:rPr>
              <a:t>nc</a:t>
            </a:r>
            <a:r>
              <a:rPr lang="en-US" b="true" sz="2452" spc="7" strike="noStrike" u="none">
                <a:solidFill>
                  <a:srgbClr val="000000"/>
                </a:solidFill>
                <a:latin typeface="Open Sauce Medium"/>
                <a:ea typeface="Open Sauce Medium"/>
                <a:cs typeface="Open Sauce Medium"/>
                <a:sym typeface="Open Sauce Medium"/>
              </a:rPr>
              <a:t>e</a:t>
            </a:r>
            <a:r>
              <a:rPr lang="en-US" b="true" sz="2452" spc="7" strike="noStrike" u="none">
                <a:solidFill>
                  <a:srgbClr val="000000"/>
                </a:solidFill>
                <a:latin typeface="Open Sauce Medium"/>
                <a:ea typeface="Open Sauce Medium"/>
                <a:cs typeface="Open Sauce Medium"/>
                <a:sym typeface="Open Sauce Medium"/>
              </a:rPr>
              <a:t>rn</a:t>
            </a:r>
            <a:r>
              <a:rPr lang="en-US" b="true" sz="2452" spc="7" strike="noStrike" u="none">
                <a:solidFill>
                  <a:srgbClr val="000000"/>
                </a:solidFill>
                <a:latin typeface="Open Sauce Medium"/>
                <a:ea typeface="Open Sauce Medium"/>
                <a:cs typeface="Open Sauce Medium"/>
                <a:sym typeface="Open Sauce Medium"/>
              </a:rPr>
              <a:t>s.</a:t>
            </a:r>
          </a:p>
        </p:txBody>
      </p:sp>
      <p:sp>
        <p:nvSpPr>
          <p:cNvPr name="TextBox 9" id="9"/>
          <p:cNvSpPr txBox="true"/>
          <p:nvPr/>
        </p:nvSpPr>
        <p:spPr>
          <a:xfrm rot="0">
            <a:off x="1028700" y="6122184"/>
            <a:ext cx="6561491" cy="3561992"/>
          </a:xfrm>
          <a:prstGeom prst="rect">
            <a:avLst/>
          </a:prstGeom>
        </p:spPr>
        <p:txBody>
          <a:bodyPr anchor="t" rtlCol="false" tIns="0" lIns="0" bIns="0" rIns="0">
            <a:spAutoFit/>
          </a:bodyPr>
          <a:lstStyle/>
          <a:p>
            <a:pPr algn="l" marL="570259" indent="-285130" lvl="1">
              <a:lnSpc>
                <a:spcPts val="3328"/>
              </a:lnSpc>
              <a:buFont typeface="Arial"/>
              <a:buChar char="•"/>
            </a:pPr>
            <a:r>
              <a:rPr lang="en-US" b="true" sz="2641" spc="7">
                <a:solidFill>
                  <a:srgbClr val="000000"/>
                </a:solidFill>
                <a:latin typeface="Open Sauce Bold"/>
                <a:ea typeface="Open Sauce Bold"/>
                <a:cs typeface="Open Sauce Bold"/>
                <a:sym typeface="Open Sauce Bold"/>
              </a:rPr>
              <a:t>Challeng</a:t>
            </a:r>
            <a:r>
              <a:rPr lang="en-US" b="true" sz="2641" spc="7" strike="noStrike" u="none">
                <a:solidFill>
                  <a:srgbClr val="000000"/>
                </a:solidFill>
                <a:latin typeface="Open Sauce Bold"/>
                <a:ea typeface="Open Sauce Bold"/>
                <a:cs typeface="Open Sauce Bold"/>
                <a:sym typeface="Open Sauce Bold"/>
              </a:rPr>
              <a:t>e</a:t>
            </a:r>
          </a:p>
          <a:p>
            <a:pPr algn="l" marL="0" indent="0" lvl="0">
              <a:lnSpc>
                <a:spcPts val="3090"/>
              </a:lnSpc>
              <a:spcBef>
                <a:spcPct val="0"/>
              </a:spcBef>
            </a:pPr>
            <a:r>
              <a:rPr lang="en-US" b="true" sz="2452" spc="7" strike="noStrike" u="sng">
                <a:solidFill>
                  <a:srgbClr val="000000"/>
                </a:solidFill>
                <a:latin typeface="Open Sauce Medium"/>
                <a:ea typeface="Open Sauce Medium"/>
                <a:cs typeface="Open Sauce Medium"/>
                <a:sym typeface="Open Sauce Medium"/>
              </a:rPr>
              <a:t>R</a:t>
            </a:r>
            <a:r>
              <a:rPr lang="en-US" b="true" sz="2452" spc="7" strike="noStrike" u="sng">
                <a:solidFill>
                  <a:srgbClr val="000000"/>
                </a:solidFill>
                <a:latin typeface="Open Sauce Medium"/>
                <a:ea typeface="Open Sauce Medium"/>
                <a:cs typeface="Open Sauce Medium"/>
                <a:sym typeface="Open Sauce Medium"/>
              </a:rPr>
              <a:t>eal-Time Data Synchronization:</a:t>
            </a:r>
          </a:p>
          <a:p>
            <a:pPr algn="l" marL="0" indent="0" lvl="0">
              <a:lnSpc>
                <a:spcPts val="3090"/>
              </a:lnSpc>
              <a:spcBef>
                <a:spcPct val="0"/>
              </a:spcBef>
            </a:pPr>
            <a:r>
              <a:rPr lang="en-US" b="true" sz="2452" spc="7" strike="noStrike">
                <a:solidFill>
                  <a:srgbClr val="000000"/>
                </a:solidFill>
                <a:latin typeface="Open Sauce Medium"/>
                <a:ea typeface="Open Sauce Medium"/>
                <a:cs typeface="Open Sauce Medium"/>
                <a:sym typeface="Open Sauce Medium"/>
              </a:rPr>
              <a:t>Keep</a:t>
            </a:r>
            <a:r>
              <a:rPr lang="en-US" b="true" sz="2452" spc="7" strike="noStrike" u="none">
                <a:solidFill>
                  <a:srgbClr val="000000"/>
                </a:solidFill>
                <a:latin typeface="Open Sauce Medium"/>
                <a:ea typeface="Open Sauce Medium"/>
                <a:cs typeface="Open Sauce Medium"/>
                <a:sym typeface="Open Sauce Medium"/>
              </a:rPr>
              <a:t>ing dashboard data updated after adding accounts or transactions.</a:t>
            </a:r>
          </a:p>
          <a:p>
            <a:pPr algn="l" marL="0" indent="0" lvl="0">
              <a:lnSpc>
                <a:spcPts val="3328"/>
              </a:lnSpc>
              <a:spcBef>
                <a:spcPct val="0"/>
              </a:spcBef>
            </a:pPr>
            <a:r>
              <a:rPr lang="en-US" b="true" sz="2641" spc="7" strike="noStrike" u="none">
                <a:solidFill>
                  <a:srgbClr val="000000"/>
                </a:solidFill>
                <a:latin typeface="Open Sauce Medium"/>
                <a:ea typeface="Open Sauce Medium"/>
                <a:cs typeface="Open Sauce Medium"/>
                <a:sym typeface="Open Sauce Medium"/>
              </a:rPr>
              <a:t>Sol</a:t>
            </a:r>
            <a:r>
              <a:rPr lang="en-US" b="true" sz="2641" spc="7" strike="noStrike" u="none">
                <a:solidFill>
                  <a:srgbClr val="000000"/>
                </a:solidFill>
                <a:latin typeface="Open Sauce Medium"/>
                <a:ea typeface="Open Sauce Medium"/>
                <a:cs typeface="Open Sauce Medium"/>
                <a:sym typeface="Open Sauce Medium"/>
              </a:rPr>
              <a:t>ution</a:t>
            </a:r>
          </a:p>
          <a:p>
            <a:pPr algn="l" marL="0" indent="0" lvl="0">
              <a:lnSpc>
                <a:spcPts val="3090"/>
              </a:lnSpc>
              <a:spcBef>
                <a:spcPct val="0"/>
              </a:spcBef>
            </a:pPr>
            <a:r>
              <a:rPr lang="en-US" b="true" sz="2452" spc="7" strike="noStrike" u="none">
                <a:solidFill>
                  <a:srgbClr val="000000"/>
                </a:solidFill>
                <a:latin typeface="Open Sauce Medium"/>
                <a:ea typeface="Open Sauce Medium"/>
                <a:cs typeface="Open Sauce Medium"/>
                <a:sym typeface="Open Sauce Medium"/>
              </a:rPr>
              <a:t>II</a:t>
            </a:r>
            <a:r>
              <a:rPr lang="en-US" b="true" sz="2452" spc="7" strike="noStrike" u="none">
                <a:solidFill>
                  <a:srgbClr val="000000"/>
                </a:solidFill>
                <a:latin typeface="Open Sauce Medium"/>
                <a:ea typeface="Open Sauce Medium"/>
                <a:cs typeface="Open Sauce Medium"/>
                <a:sym typeface="Open Sauce Medium"/>
              </a:rPr>
              <a:t>mplemented </a:t>
            </a:r>
            <a:r>
              <a:rPr lang="en-US" b="true" sz="2452" spc="7" strike="noStrike" u="none">
                <a:solidFill>
                  <a:srgbClr val="000000"/>
                </a:solidFill>
                <a:latin typeface="Open Sauce Medium"/>
                <a:ea typeface="Open Sauce Medium"/>
                <a:cs typeface="Open Sauce Medium"/>
                <a:sym typeface="Open Sauce Medium"/>
              </a:rPr>
              <a:t>API re</a:t>
            </a:r>
            <a:r>
              <a:rPr lang="en-US" b="true" sz="2452" spc="7" strike="noStrike" u="none">
                <a:solidFill>
                  <a:srgbClr val="000000"/>
                </a:solidFill>
                <a:latin typeface="Open Sauce Medium"/>
                <a:ea typeface="Open Sauce Medium"/>
                <a:cs typeface="Open Sauce Medium"/>
                <a:sym typeface="Open Sauce Medium"/>
              </a:rPr>
              <a:t>-</a:t>
            </a:r>
            <a:r>
              <a:rPr lang="en-US" b="true" sz="2452" spc="7" strike="noStrike" u="none">
                <a:solidFill>
                  <a:srgbClr val="000000"/>
                </a:solidFill>
                <a:latin typeface="Open Sauce Medium"/>
                <a:ea typeface="Open Sauce Medium"/>
                <a:cs typeface="Open Sauce Medium"/>
                <a:sym typeface="Open Sauce Medium"/>
              </a:rPr>
              <a:t>f</a:t>
            </a:r>
            <a:r>
              <a:rPr lang="en-US" b="true" sz="2452" spc="7" strike="noStrike" u="none">
                <a:solidFill>
                  <a:srgbClr val="000000"/>
                </a:solidFill>
                <a:latin typeface="Open Sauce Medium"/>
                <a:ea typeface="Open Sauce Medium"/>
                <a:cs typeface="Open Sauce Medium"/>
                <a:sym typeface="Open Sauce Medium"/>
              </a:rPr>
              <a:t>etchin</a:t>
            </a:r>
            <a:r>
              <a:rPr lang="en-US" b="true" sz="2452" spc="7" strike="noStrike" u="none">
                <a:solidFill>
                  <a:srgbClr val="000000"/>
                </a:solidFill>
                <a:latin typeface="Open Sauce Medium"/>
                <a:ea typeface="Open Sauce Medium"/>
                <a:cs typeface="Open Sauce Medium"/>
                <a:sym typeface="Open Sauce Medium"/>
              </a:rPr>
              <a:t>g</a:t>
            </a:r>
            <a:r>
              <a:rPr lang="en-US" b="true" sz="2452" spc="7" strike="noStrike" u="none">
                <a:solidFill>
                  <a:srgbClr val="000000"/>
                </a:solidFill>
                <a:latin typeface="Open Sauce Medium"/>
                <a:ea typeface="Open Sauce Medium"/>
                <a:cs typeface="Open Sauce Medium"/>
                <a:sym typeface="Open Sauce Medium"/>
              </a:rPr>
              <a:t> using React hooks (useEffect) and st</a:t>
            </a:r>
            <a:r>
              <a:rPr lang="en-US" b="true" sz="2452" spc="7" strike="noStrike" u="none">
                <a:solidFill>
                  <a:srgbClr val="000000"/>
                </a:solidFill>
                <a:latin typeface="Open Sauce Medium"/>
                <a:ea typeface="Open Sauce Medium"/>
                <a:cs typeface="Open Sauce Medium"/>
                <a:sym typeface="Open Sauce Medium"/>
              </a:rPr>
              <a:t>a</a:t>
            </a:r>
            <a:r>
              <a:rPr lang="en-US" b="true" sz="2452" spc="7" strike="noStrike" u="none">
                <a:solidFill>
                  <a:srgbClr val="000000"/>
                </a:solidFill>
                <a:latin typeface="Open Sauce Medium"/>
                <a:ea typeface="Open Sauce Medium"/>
                <a:cs typeface="Open Sauce Medium"/>
                <a:sym typeface="Open Sauce Medium"/>
              </a:rPr>
              <a:t>te </a:t>
            </a:r>
            <a:r>
              <a:rPr lang="en-US" b="true" sz="2452" spc="7" strike="noStrike" u="none">
                <a:solidFill>
                  <a:srgbClr val="000000"/>
                </a:solidFill>
                <a:latin typeface="Open Sauce Medium"/>
                <a:ea typeface="Open Sauce Medium"/>
                <a:cs typeface="Open Sauce Medium"/>
                <a:sym typeface="Open Sauce Medium"/>
              </a:rPr>
              <a:t>m</a:t>
            </a:r>
            <a:r>
              <a:rPr lang="en-US" b="true" sz="2452" spc="7" strike="noStrike" u="none">
                <a:solidFill>
                  <a:srgbClr val="000000"/>
                </a:solidFill>
                <a:latin typeface="Open Sauce Medium"/>
                <a:ea typeface="Open Sauce Medium"/>
                <a:cs typeface="Open Sauce Medium"/>
                <a:sym typeface="Open Sauce Medium"/>
              </a:rPr>
              <a:t>a</a:t>
            </a:r>
            <a:r>
              <a:rPr lang="en-US" b="true" sz="2452" spc="7" strike="noStrike" u="none">
                <a:solidFill>
                  <a:srgbClr val="000000"/>
                </a:solidFill>
                <a:latin typeface="Open Sauce Medium"/>
                <a:ea typeface="Open Sauce Medium"/>
                <a:cs typeface="Open Sauce Medium"/>
                <a:sym typeface="Open Sauce Medium"/>
              </a:rPr>
              <a:t>nagem</a:t>
            </a:r>
            <a:r>
              <a:rPr lang="en-US" b="true" sz="2452" spc="7" strike="noStrike" u="none">
                <a:solidFill>
                  <a:srgbClr val="000000"/>
                </a:solidFill>
                <a:latin typeface="Open Sauce Medium"/>
                <a:ea typeface="Open Sauce Medium"/>
                <a:cs typeface="Open Sauce Medium"/>
                <a:sym typeface="Open Sauce Medium"/>
              </a:rPr>
              <a:t>en</a:t>
            </a:r>
            <a:r>
              <a:rPr lang="en-US" b="true" sz="2452" spc="7" strike="noStrike" u="none">
                <a:solidFill>
                  <a:srgbClr val="000000"/>
                </a:solidFill>
                <a:latin typeface="Open Sauce Medium"/>
                <a:ea typeface="Open Sauce Medium"/>
                <a:cs typeface="Open Sauce Medium"/>
                <a:sym typeface="Open Sauce Medium"/>
              </a:rPr>
              <a:t>t</a:t>
            </a:r>
            <a:r>
              <a:rPr lang="en-US" b="true" sz="2452" spc="7" strike="noStrike" u="none">
                <a:solidFill>
                  <a:srgbClr val="000000"/>
                </a:solidFill>
                <a:latin typeface="Open Sauce Medium"/>
                <a:ea typeface="Open Sauce Medium"/>
                <a:cs typeface="Open Sauce Medium"/>
                <a:sym typeface="Open Sauce Medium"/>
              </a:rPr>
              <a:t> </a:t>
            </a:r>
            <a:r>
              <a:rPr lang="en-US" b="true" sz="2452" spc="7" strike="noStrike" u="none">
                <a:solidFill>
                  <a:srgbClr val="000000"/>
                </a:solidFill>
                <a:latin typeface="Open Sauce Medium"/>
                <a:ea typeface="Open Sauce Medium"/>
                <a:cs typeface="Open Sauce Medium"/>
                <a:sym typeface="Open Sauce Medium"/>
              </a:rPr>
              <a:t>fo</a:t>
            </a:r>
            <a:r>
              <a:rPr lang="en-US" b="true" sz="2452" spc="7" strike="noStrike" u="none">
                <a:solidFill>
                  <a:srgbClr val="000000"/>
                </a:solidFill>
                <a:latin typeface="Open Sauce Medium"/>
                <a:ea typeface="Open Sauce Medium"/>
                <a:cs typeface="Open Sauce Medium"/>
                <a:sym typeface="Open Sauce Medium"/>
              </a:rPr>
              <a:t>r</a:t>
            </a:r>
            <a:r>
              <a:rPr lang="en-US" b="true" sz="2452" spc="7" strike="noStrike" u="none">
                <a:solidFill>
                  <a:srgbClr val="000000"/>
                </a:solidFill>
                <a:latin typeface="Open Sauce Medium"/>
                <a:ea typeface="Open Sauce Medium"/>
                <a:cs typeface="Open Sauce Medium"/>
                <a:sym typeface="Open Sauce Medium"/>
              </a:rPr>
              <a:t> dynamic UI </a:t>
            </a:r>
            <a:r>
              <a:rPr lang="en-US" b="true" sz="2452" spc="7" strike="noStrike" u="none">
                <a:solidFill>
                  <a:srgbClr val="000000"/>
                </a:solidFill>
                <a:latin typeface="Open Sauce Medium"/>
                <a:ea typeface="Open Sauce Medium"/>
                <a:cs typeface="Open Sauce Medium"/>
                <a:sym typeface="Open Sauce Medium"/>
              </a:rPr>
              <a:t>u</a:t>
            </a:r>
            <a:r>
              <a:rPr lang="en-US" b="true" sz="2452" spc="7" strike="noStrike" u="none">
                <a:solidFill>
                  <a:srgbClr val="000000"/>
                </a:solidFill>
                <a:latin typeface="Open Sauce Medium"/>
                <a:ea typeface="Open Sauce Medium"/>
                <a:cs typeface="Open Sauce Medium"/>
                <a:sym typeface="Open Sauce Medium"/>
              </a:rPr>
              <a:t>pda</a:t>
            </a:r>
            <a:r>
              <a:rPr lang="en-US" b="true" sz="2452" spc="7" strike="noStrike" u="none">
                <a:solidFill>
                  <a:srgbClr val="000000"/>
                </a:solidFill>
                <a:latin typeface="Open Sauce Medium"/>
                <a:ea typeface="Open Sauce Medium"/>
                <a:cs typeface="Open Sauce Medium"/>
                <a:sym typeface="Open Sauce Medium"/>
              </a:rPr>
              <a:t>tes.</a:t>
            </a:r>
          </a:p>
          <a:p>
            <a:pPr algn="l" marL="0" indent="0" lvl="0">
              <a:lnSpc>
                <a:spcPts val="3090"/>
              </a:lnSpc>
              <a:spcBef>
                <a:spcPct val="0"/>
              </a:spcBef>
            </a:pPr>
          </a:p>
        </p:txBody>
      </p:sp>
      <p:sp>
        <p:nvSpPr>
          <p:cNvPr name="TextBox 10" id="10"/>
          <p:cNvSpPr txBox="true"/>
          <p:nvPr/>
        </p:nvSpPr>
        <p:spPr>
          <a:xfrm rot="0">
            <a:off x="9279044" y="6065034"/>
            <a:ext cx="6561491" cy="3981092"/>
          </a:xfrm>
          <a:prstGeom prst="rect">
            <a:avLst/>
          </a:prstGeom>
        </p:spPr>
        <p:txBody>
          <a:bodyPr anchor="t" rtlCol="false" tIns="0" lIns="0" bIns="0" rIns="0">
            <a:spAutoFit/>
          </a:bodyPr>
          <a:lstStyle/>
          <a:p>
            <a:pPr algn="l" marL="570259" indent="-285130" lvl="1">
              <a:lnSpc>
                <a:spcPts val="3328"/>
              </a:lnSpc>
              <a:buFont typeface="Arial"/>
              <a:buChar char="•"/>
            </a:pPr>
            <a:r>
              <a:rPr lang="en-US" b="true" sz="2641" spc="7">
                <a:solidFill>
                  <a:srgbClr val="000000"/>
                </a:solidFill>
                <a:latin typeface="Open Sauce Bold"/>
                <a:ea typeface="Open Sauce Bold"/>
                <a:cs typeface="Open Sauce Bold"/>
                <a:sym typeface="Open Sauce Bold"/>
              </a:rPr>
              <a:t>Challeng</a:t>
            </a:r>
            <a:r>
              <a:rPr lang="en-US" b="true" sz="2641" spc="7" strike="noStrike" u="none">
                <a:solidFill>
                  <a:srgbClr val="000000"/>
                </a:solidFill>
                <a:latin typeface="Open Sauce Bold"/>
                <a:ea typeface="Open Sauce Bold"/>
                <a:cs typeface="Open Sauce Bold"/>
                <a:sym typeface="Open Sauce Bold"/>
              </a:rPr>
              <a:t>e</a:t>
            </a:r>
          </a:p>
          <a:p>
            <a:pPr algn="l" marL="0" indent="0" lvl="0">
              <a:lnSpc>
                <a:spcPts val="3328"/>
              </a:lnSpc>
              <a:spcBef>
                <a:spcPct val="0"/>
              </a:spcBef>
            </a:pPr>
            <a:r>
              <a:rPr lang="en-US" b="true" sz="2641" spc="7" strike="noStrike" u="sng">
                <a:solidFill>
                  <a:srgbClr val="000000"/>
                </a:solidFill>
                <a:latin typeface="Open Sauce Bold"/>
                <a:ea typeface="Open Sauce Bold"/>
                <a:cs typeface="Open Sauce Bold"/>
                <a:sym typeface="Open Sauce Bold"/>
              </a:rPr>
              <a:t>Data Consist</a:t>
            </a:r>
            <a:r>
              <a:rPr lang="en-US" b="true" sz="2641" spc="7" strike="noStrike" u="sng">
                <a:solidFill>
                  <a:srgbClr val="000000"/>
                </a:solidFill>
                <a:latin typeface="Open Sauce Bold"/>
                <a:ea typeface="Open Sauce Bold"/>
                <a:cs typeface="Open Sauce Bold"/>
                <a:sym typeface="Open Sauce Bold"/>
              </a:rPr>
              <a:t>ency &amp; Integrity</a:t>
            </a:r>
            <a:r>
              <a:rPr lang="en-US" b="true" sz="2641" spc="7" strike="noStrike" u="sng">
                <a:solidFill>
                  <a:srgbClr val="000000"/>
                </a:solidFill>
                <a:latin typeface="Open Sauce Medium"/>
                <a:ea typeface="Open Sauce Medium"/>
                <a:cs typeface="Open Sauce Medium"/>
                <a:sym typeface="Open Sauce Medium"/>
              </a:rPr>
              <a:t>: </a:t>
            </a:r>
          </a:p>
          <a:p>
            <a:pPr algn="l" marL="0" indent="0" lvl="0">
              <a:lnSpc>
                <a:spcPts val="3090"/>
              </a:lnSpc>
              <a:spcBef>
                <a:spcPct val="0"/>
              </a:spcBef>
            </a:pPr>
            <a:r>
              <a:rPr lang="en-US" b="true" sz="2452" spc="7" strike="noStrike">
                <a:solidFill>
                  <a:srgbClr val="000000"/>
                </a:solidFill>
                <a:latin typeface="Open Sauce Medium"/>
                <a:ea typeface="Open Sauce Medium"/>
                <a:cs typeface="Open Sauce Medium"/>
                <a:sym typeface="Open Sauce Medium"/>
              </a:rPr>
              <a:t>Mai</a:t>
            </a:r>
            <a:r>
              <a:rPr lang="en-US" b="true" sz="2452" spc="7" strike="noStrike" u="none">
                <a:solidFill>
                  <a:srgbClr val="000000"/>
                </a:solidFill>
                <a:latin typeface="Open Sauce Medium"/>
                <a:ea typeface="Open Sauce Medium"/>
                <a:cs typeface="Open Sauce Medium"/>
                <a:sym typeface="Open Sauce Medium"/>
              </a:rPr>
              <a:t>ntaining correct relation</a:t>
            </a:r>
            <a:r>
              <a:rPr lang="en-US" b="true" sz="2452" spc="7" strike="noStrike" u="none">
                <a:solidFill>
                  <a:srgbClr val="000000"/>
                </a:solidFill>
                <a:latin typeface="Open Sauce Medium"/>
                <a:ea typeface="Open Sauce Medium"/>
                <a:cs typeface="Open Sauce Medium"/>
                <a:sym typeface="Open Sauce Medium"/>
              </a:rPr>
              <a:t>s</a:t>
            </a:r>
            <a:r>
              <a:rPr lang="en-US" b="true" sz="2452" spc="7" strike="noStrike" u="none">
                <a:solidFill>
                  <a:srgbClr val="000000"/>
                </a:solidFill>
                <a:latin typeface="Open Sauce Medium"/>
                <a:ea typeface="Open Sauce Medium"/>
                <a:cs typeface="Open Sauce Medium"/>
                <a:sym typeface="Open Sauce Medium"/>
              </a:rPr>
              <a:t>hips bet</a:t>
            </a:r>
            <a:r>
              <a:rPr lang="en-US" b="true" sz="2452" spc="7" strike="noStrike" u="none">
                <a:solidFill>
                  <a:srgbClr val="000000"/>
                </a:solidFill>
                <a:latin typeface="Open Sauce Medium"/>
                <a:ea typeface="Open Sauce Medium"/>
                <a:cs typeface="Open Sauce Medium"/>
                <a:sym typeface="Open Sauce Medium"/>
              </a:rPr>
              <a:t>w</a:t>
            </a:r>
            <a:r>
              <a:rPr lang="en-US" b="true" sz="2452" spc="7" strike="noStrike" u="none">
                <a:solidFill>
                  <a:srgbClr val="000000"/>
                </a:solidFill>
                <a:latin typeface="Open Sauce Medium"/>
                <a:ea typeface="Open Sauce Medium"/>
                <a:cs typeface="Open Sauce Medium"/>
                <a:sym typeface="Open Sauce Medium"/>
              </a:rPr>
              <a:t>een users</a:t>
            </a:r>
            <a:r>
              <a:rPr lang="en-US" b="true" sz="2452" spc="7" strike="noStrike" u="none">
                <a:solidFill>
                  <a:srgbClr val="000000"/>
                </a:solidFill>
                <a:latin typeface="Open Sauce Medium"/>
                <a:ea typeface="Open Sauce Medium"/>
                <a:cs typeface="Open Sauce Medium"/>
                <a:sym typeface="Open Sauce Medium"/>
              </a:rPr>
              <a:t>,</a:t>
            </a:r>
            <a:r>
              <a:rPr lang="en-US" b="true" sz="2452" spc="7" strike="noStrike" u="none">
                <a:solidFill>
                  <a:srgbClr val="000000"/>
                </a:solidFill>
                <a:latin typeface="Open Sauce Medium"/>
                <a:ea typeface="Open Sauce Medium"/>
                <a:cs typeface="Open Sauce Medium"/>
                <a:sym typeface="Open Sauce Medium"/>
              </a:rPr>
              <a:t> accounts</a:t>
            </a:r>
            <a:r>
              <a:rPr lang="en-US" b="true" sz="2452" spc="7" strike="noStrike" u="none">
                <a:solidFill>
                  <a:srgbClr val="000000"/>
                </a:solidFill>
                <a:latin typeface="Open Sauce Medium"/>
                <a:ea typeface="Open Sauce Medium"/>
                <a:cs typeface="Open Sauce Medium"/>
                <a:sym typeface="Open Sauce Medium"/>
              </a:rPr>
              <a:t>,</a:t>
            </a:r>
            <a:r>
              <a:rPr lang="en-US" b="true" sz="2452" spc="7" strike="noStrike" u="none">
                <a:solidFill>
                  <a:srgbClr val="000000"/>
                </a:solidFill>
                <a:latin typeface="Open Sauce Medium"/>
                <a:ea typeface="Open Sauce Medium"/>
                <a:cs typeface="Open Sauce Medium"/>
                <a:sym typeface="Open Sauce Medium"/>
              </a:rPr>
              <a:t> transactions, and budgets.</a:t>
            </a:r>
          </a:p>
          <a:p>
            <a:pPr algn="l" marL="0" indent="0" lvl="0">
              <a:lnSpc>
                <a:spcPts val="3328"/>
              </a:lnSpc>
              <a:spcBef>
                <a:spcPct val="0"/>
              </a:spcBef>
            </a:pPr>
            <a:r>
              <a:rPr lang="en-US" b="true" sz="2641" spc="7" strike="noStrike" u="none">
                <a:solidFill>
                  <a:srgbClr val="000000"/>
                </a:solidFill>
                <a:latin typeface="Open Sauce Medium"/>
                <a:ea typeface="Open Sauce Medium"/>
                <a:cs typeface="Open Sauce Medium"/>
                <a:sym typeface="Open Sauce Medium"/>
              </a:rPr>
              <a:t>Sol</a:t>
            </a:r>
            <a:r>
              <a:rPr lang="en-US" b="true" sz="2641" spc="7" strike="noStrike" u="none">
                <a:solidFill>
                  <a:srgbClr val="000000"/>
                </a:solidFill>
                <a:latin typeface="Open Sauce Medium"/>
                <a:ea typeface="Open Sauce Medium"/>
                <a:cs typeface="Open Sauce Medium"/>
                <a:sym typeface="Open Sauce Medium"/>
              </a:rPr>
              <a:t>ution</a:t>
            </a:r>
          </a:p>
          <a:p>
            <a:pPr algn="l" marL="0" indent="0" lvl="0">
              <a:lnSpc>
                <a:spcPts val="3090"/>
              </a:lnSpc>
              <a:spcBef>
                <a:spcPct val="0"/>
              </a:spcBef>
            </a:pPr>
            <a:r>
              <a:rPr lang="en-US" b="true" sz="2452" spc="7" strike="noStrike" u="none">
                <a:solidFill>
                  <a:srgbClr val="000000"/>
                </a:solidFill>
                <a:latin typeface="Open Sauce Medium"/>
                <a:ea typeface="Open Sauce Medium"/>
                <a:cs typeface="Open Sauce Medium"/>
                <a:sym typeface="Open Sauce Medium"/>
              </a:rPr>
              <a:t>Us</a:t>
            </a:r>
            <a:r>
              <a:rPr lang="en-US" b="true" sz="2452" spc="7" strike="noStrike" u="none">
                <a:solidFill>
                  <a:srgbClr val="000000"/>
                </a:solidFill>
                <a:latin typeface="Open Sauce Medium"/>
                <a:ea typeface="Open Sauce Medium"/>
                <a:cs typeface="Open Sauce Medium"/>
                <a:sym typeface="Open Sauce Medium"/>
              </a:rPr>
              <a:t>ed </a:t>
            </a:r>
            <a:r>
              <a:rPr lang="en-US" b="true" sz="2452" spc="7" strike="noStrike" u="none">
                <a:solidFill>
                  <a:srgbClr val="000000"/>
                </a:solidFill>
                <a:latin typeface="Open Sauce Medium"/>
                <a:ea typeface="Open Sauce Medium"/>
                <a:cs typeface="Open Sauce Medium"/>
                <a:sym typeface="Open Sauce Medium"/>
              </a:rPr>
              <a:t>for</a:t>
            </a:r>
            <a:r>
              <a:rPr lang="en-US" b="true" sz="2452" spc="7" strike="noStrike" u="none">
                <a:solidFill>
                  <a:srgbClr val="000000"/>
                </a:solidFill>
                <a:latin typeface="Open Sauce Medium"/>
                <a:ea typeface="Open Sauce Medium"/>
                <a:cs typeface="Open Sauce Medium"/>
                <a:sym typeface="Open Sauce Medium"/>
              </a:rPr>
              <a:t>eign </a:t>
            </a:r>
            <a:r>
              <a:rPr lang="en-US" b="true" sz="2452" spc="7" strike="noStrike" u="none">
                <a:solidFill>
                  <a:srgbClr val="000000"/>
                </a:solidFill>
                <a:latin typeface="Open Sauce Medium"/>
                <a:ea typeface="Open Sauce Medium"/>
                <a:cs typeface="Open Sauce Medium"/>
                <a:sym typeface="Open Sauce Medium"/>
              </a:rPr>
              <a:t>k</a:t>
            </a:r>
            <a:r>
              <a:rPr lang="en-US" b="true" sz="2452" spc="7" strike="noStrike" u="none">
                <a:solidFill>
                  <a:srgbClr val="000000"/>
                </a:solidFill>
                <a:latin typeface="Open Sauce Medium"/>
                <a:ea typeface="Open Sauce Medium"/>
                <a:cs typeface="Open Sauce Medium"/>
                <a:sym typeface="Open Sauce Medium"/>
              </a:rPr>
              <a:t>e</a:t>
            </a:r>
            <a:r>
              <a:rPr lang="en-US" b="true" sz="2452" spc="7" strike="noStrike" u="none">
                <a:solidFill>
                  <a:srgbClr val="000000"/>
                </a:solidFill>
                <a:latin typeface="Open Sauce Medium"/>
                <a:ea typeface="Open Sauce Medium"/>
                <a:cs typeface="Open Sauce Medium"/>
                <a:sym typeface="Open Sauce Medium"/>
              </a:rPr>
              <a:t>y co</a:t>
            </a:r>
            <a:r>
              <a:rPr lang="en-US" b="true" sz="2452" spc="7" strike="noStrike" u="none">
                <a:solidFill>
                  <a:srgbClr val="000000"/>
                </a:solidFill>
                <a:latin typeface="Open Sauce Medium"/>
                <a:ea typeface="Open Sauce Medium"/>
                <a:cs typeface="Open Sauce Medium"/>
                <a:sym typeface="Open Sauce Medium"/>
              </a:rPr>
              <a:t>nstrain</a:t>
            </a:r>
            <a:r>
              <a:rPr lang="en-US" b="true" sz="2452" spc="7" strike="noStrike" u="none">
                <a:solidFill>
                  <a:srgbClr val="000000"/>
                </a:solidFill>
                <a:latin typeface="Open Sauce Medium"/>
                <a:ea typeface="Open Sauce Medium"/>
                <a:cs typeface="Open Sauce Medium"/>
                <a:sym typeface="Open Sauce Medium"/>
              </a:rPr>
              <a:t>ts,</a:t>
            </a:r>
            <a:r>
              <a:rPr lang="en-US" b="true" sz="2452" spc="7" strike="noStrike" u="none">
                <a:solidFill>
                  <a:srgbClr val="000000"/>
                </a:solidFill>
                <a:latin typeface="Open Sauce Medium"/>
                <a:ea typeface="Open Sauce Medium"/>
                <a:cs typeface="Open Sauce Medium"/>
                <a:sym typeface="Open Sauce Medium"/>
              </a:rPr>
              <a:t> sch</a:t>
            </a:r>
            <a:r>
              <a:rPr lang="en-US" b="true" sz="2452" spc="7" strike="noStrike" u="none">
                <a:solidFill>
                  <a:srgbClr val="000000"/>
                </a:solidFill>
                <a:latin typeface="Open Sauce Medium"/>
                <a:ea typeface="Open Sauce Medium"/>
                <a:cs typeface="Open Sauce Medium"/>
                <a:sym typeface="Open Sauce Medium"/>
              </a:rPr>
              <a:t>ema</a:t>
            </a:r>
            <a:r>
              <a:rPr lang="en-US" b="true" sz="2452" spc="7" strike="noStrike" u="none">
                <a:solidFill>
                  <a:srgbClr val="000000"/>
                </a:solidFill>
                <a:latin typeface="Open Sauce Medium"/>
                <a:ea typeface="Open Sauce Medium"/>
                <a:cs typeface="Open Sauce Medium"/>
                <a:sym typeface="Open Sauce Medium"/>
              </a:rPr>
              <a:t> validation, and</a:t>
            </a:r>
            <a:r>
              <a:rPr lang="en-US" b="true" sz="2452" spc="7" strike="noStrike" u="none">
                <a:solidFill>
                  <a:srgbClr val="000000"/>
                </a:solidFill>
                <a:latin typeface="Open Sauce Medium"/>
                <a:ea typeface="Open Sauce Medium"/>
                <a:cs typeface="Open Sauce Medium"/>
                <a:sym typeface="Open Sauce Medium"/>
              </a:rPr>
              <a:t> prop</a:t>
            </a:r>
            <a:r>
              <a:rPr lang="en-US" b="true" sz="2452" spc="7" strike="noStrike" u="none">
                <a:solidFill>
                  <a:srgbClr val="000000"/>
                </a:solidFill>
                <a:latin typeface="Open Sauce Medium"/>
                <a:ea typeface="Open Sauce Medium"/>
                <a:cs typeface="Open Sauce Medium"/>
                <a:sym typeface="Open Sauce Medium"/>
              </a:rPr>
              <a:t>er relation</a:t>
            </a:r>
            <a:r>
              <a:rPr lang="en-US" b="true" sz="2452" spc="7" strike="noStrike" u="none">
                <a:solidFill>
                  <a:srgbClr val="000000"/>
                </a:solidFill>
                <a:latin typeface="Open Sauce Medium"/>
                <a:ea typeface="Open Sauce Medium"/>
                <a:cs typeface="Open Sauce Medium"/>
                <a:sym typeface="Open Sauce Medium"/>
              </a:rPr>
              <a:t>al</a:t>
            </a:r>
            <a:r>
              <a:rPr lang="en-US" b="true" sz="2452" spc="7" strike="noStrike" u="none">
                <a:solidFill>
                  <a:srgbClr val="000000"/>
                </a:solidFill>
                <a:latin typeface="Open Sauce Medium"/>
                <a:ea typeface="Open Sauce Medium"/>
                <a:cs typeface="Open Sauce Medium"/>
                <a:sym typeface="Open Sauce Medium"/>
              </a:rPr>
              <a:t> datab</a:t>
            </a:r>
            <a:r>
              <a:rPr lang="en-US" b="true" sz="2452" spc="7" strike="noStrike" u="none">
                <a:solidFill>
                  <a:srgbClr val="000000"/>
                </a:solidFill>
                <a:latin typeface="Open Sauce Medium"/>
                <a:ea typeface="Open Sauce Medium"/>
                <a:cs typeface="Open Sauce Medium"/>
                <a:sym typeface="Open Sauce Medium"/>
              </a:rPr>
              <a:t>a</a:t>
            </a:r>
            <a:r>
              <a:rPr lang="en-US" b="true" sz="2452" spc="7" strike="noStrike" u="none">
                <a:solidFill>
                  <a:srgbClr val="000000"/>
                </a:solidFill>
                <a:latin typeface="Open Sauce Medium"/>
                <a:ea typeface="Open Sauce Medium"/>
                <a:cs typeface="Open Sauce Medium"/>
                <a:sym typeface="Open Sauce Medium"/>
              </a:rPr>
              <a:t>se de</a:t>
            </a:r>
            <a:r>
              <a:rPr lang="en-US" b="true" sz="2452" spc="7" strike="noStrike" u="none">
                <a:solidFill>
                  <a:srgbClr val="000000"/>
                </a:solidFill>
                <a:latin typeface="Open Sauce Medium"/>
                <a:ea typeface="Open Sauce Medium"/>
                <a:cs typeface="Open Sauce Medium"/>
                <a:sym typeface="Open Sauce Medium"/>
              </a:rPr>
              <a:t>sign</a:t>
            </a:r>
            <a:r>
              <a:rPr lang="en-US" b="true" sz="2452" spc="7" strike="noStrike" u="none">
                <a:solidFill>
                  <a:srgbClr val="000000"/>
                </a:solidFill>
                <a:latin typeface="Open Sauce Medium"/>
                <a:ea typeface="Open Sauce Medium"/>
                <a:cs typeface="Open Sauce Medium"/>
                <a:sym typeface="Open Sauce Medium"/>
              </a:rPr>
              <a:t> </a:t>
            </a:r>
            <a:r>
              <a:rPr lang="en-US" b="true" sz="2452" spc="7" strike="noStrike" u="none">
                <a:solidFill>
                  <a:srgbClr val="000000"/>
                </a:solidFill>
                <a:latin typeface="Open Sauce Medium"/>
                <a:ea typeface="Open Sauce Medium"/>
                <a:cs typeface="Open Sauce Medium"/>
                <a:sym typeface="Open Sauce Medium"/>
              </a:rPr>
              <a:t>i</a:t>
            </a:r>
            <a:r>
              <a:rPr lang="en-US" b="true" sz="2452" spc="7" strike="noStrike" u="none">
                <a:solidFill>
                  <a:srgbClr val="000000"/>
                </a:solidFill>
                <a:latin typeface="Open Sauce Medium"/>
                <a:ea typeface="Open Sauce Medium"/>
                <a:cs typeface="Open Sauce Medium"/>
                <a:sym typeface="Open Sauce Medium"/>
              </a:rPr>
              <a:t>n </a:t>
            </a:r>
            <a:r>
              <a:rPr lang="en-US" b="true" sz="2452" spc="7" strike="noStrike" u="none">
                <a:solidFill>
                  <a:srgbClr val="000000"/>
                </a:solidFill>
                <a:latin typeface="Open Sauce Medium"/>
                <a:ea typeface="Open Sauce Medium"/>
                <a:cs typeface="Open Sauce Medium"/>
                <a:sym typeface="Open Sauce Medium"/>
              </a:rPr>
              <a:t>P</a:t>
            </a:r>
            <a:r>
              <a:rPr lang="en-US" b="true" sz="2452" spc="7" strike="noStrike" u="none">
                <a:solidFill>
                  <a:srgbClr val="000000"/>
                </a:solidFill>
                <a:latin typeface="Open Sauce Medium"/>
                <a:ea typeface="Open Sauce Medium"/>
                <a:cs typeface="Open Sauce Medium"/>
                <a:sym typeface="Open Sauce Medium"/>
              </a:rPr>
              <a:t>o</a:t>
            </a:r>
            <a:r>
              <a:rPr lang="en-US" b="true" sz="2452" spc="7" strike="noStrike" u="none">
                <a:solidFill>
                  <a:srgbClr val="000000"/>
                </a:solidFill>
                <a:latin typeface="Open Sauce Medium"/>
                <a:ea typeface="Open Sauce Medium"/>
                <a:cs typeface="Open Sauce Medium"/>
                <a:sym typeface="Open Sauce Medium"/>
              </a:rPr>
              <a:t>s</a:t>
            </a:r>
            <a:r>
              <a:rPr lang="en-US" b="true" sz="2452" spc="7" strike="noStrike" u="none">
                <a:solidFill>
                  <a:srgbClr val="000000"/>
                </a:solidFill>
                <a:latin typeface="Open Sauce Medium"/>
                <a:ea typeface="Open Sauce Medium"/>
                <a:cs typeface="Open Sauce Medium"/>
                <a:sym typeface="Open Sauce Medium"/>
              </a:rPr>
              <a:t>t</a:t>
            </a:r>
            <a:r>
              <a:rPr lang="en-US" b="true" sz="2452" spc="7" strike="noStrike" u="none">
                <a:solidFill>
                  <a:srgbClr val="000000"/>
                </a:solidFill>
                <a:latin typeface="Open Sauce Medium"/>
                <a:ea typeface="Open Sauce Medium"/>
                <a:cs typeface="Open Sauce Medium"/>
                <a:sym typeface="Open Sauce Medium"/>
              </a:rPr>
              <a:t>gr</a:t>
            </a:r>
            <a:r>
              <a:rPr lang="en-US" b="true" sz="2452" spc="7" strike="noStrike" u="none">
                <a:solidFill>
                  <a:srgbClr val="000000"/>
                </a:solidFill>
                <a:latin typeface="Open Sauce Medium"/>
                <a:ea typeface="Open Sauce Medium"/>
                <a:cs typeface="Open Sauce Medium"/>
                <a:sym typeface="Open Sauce Medium"/>
              </a:rPr>
              <a:t>e</a:t>
            </a:r>
            <a:r>
              <a:rPr lang="en-US" b="true" sz="2452" spc="7" strike="noStrike" u="none">
                <a:solidFill>
                  <a:srgbClr val="000000"/>
                </a:solidFill>
                <a:latin typeface="Open Sauce Medium"/>
                <a:ea typeface="Open Sauce Medium"/>
                <a:cs typeface="Open Sauce Medium"/>
                <a:sym typeface="Open Sauce Medium"/>
              </a:rPr>
              <a:t>SQL.</a:t>
            </a:r>
          </a:p>
          <a:p>
            <a:pPr algn="l" marL="0" indent="0" lvl="0">
              <a:lnSpc>
                <a:spcPts val="3090"/>
              </a:lnSpc>
              <a:spcBef>
                <a:spcPct val="0"/>
              </a:spcBef>
            </a:pPr>
            <a:r>
              <a:rPr lang="en-US" b="true" sz="2452" spc="7" strike="noStrike" u="none">
                <a:solidFill>
                  <a:srgbClr val="000000"/>
                </a:solidFill>
                <a:latin typeface="Open Sauce Medium"/>
                <a:ea typeface="Open Sauce Medium"/>
                <a:cs typeface="Open Sauce Medium"/>
                <a:sym typeface="Open Sauce Medium"/>
              </a:rPr>
              <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614955" y="1057275"/>
            <a:ext cx="6527840" cy="878216"/>
          </a:xfrm>
          <a:prstGeom prst="rect">
            <a:avLst/>
          </a:prstGeom>
        </p:spPr>
        <p:txBody>
          <a:bodyPr anchor="t" rtlCol="false" tIns="0" lIns="0" bIns="0" rIns="0">
            <a:spAutoFit/>
          </a:bodyPr>
          <a:lstStyle/>
          <a:p>
            <a:pPr algn="l" marL="0" indent="0" lvl="0">
              <a:lnSpc>
                <a:spcPts val="6962"/>
              </a:lnSpc>
              <a:spcBef>
                <a:spcPct val="0"/>
              </a:spcBef>
            </a:pPr>
            <a:r>
              <a:rPr lang="en-US" b="true" sz="6002" spc="-306">
                <a:solidFill>
                  <a:srgbClr val="182D88"/>
                </a:solidFill>
                <a:latin typeface="Open Sauce Semi-Bold"/>
                <a:ea typeface="Open Sauce Semi-Bold"/>
                <a:cs typeface="Open Sauce Semi-Bold"/>
                <a:sym typeface="Open Sauce Semi-Bold"/>
              </a:rPr>
              <a:t>FUTURE SCOPE </a:t>
            </a:r>
          </a:p>
        </p:txBody>
      </p:sp>
      <p:sp>
        <p:nvSpPr>
          <p:cNvPr name="TextBox 4" id="4"/>
          <p:cNvSpPr txBox="true"/>
          <p:nvPr/>
        </p:nvSpPr>
        <p:spPr>
          <a:xfrm rot="0">
            <a:off x="1614955" y="2306322"/>
            <a:ext cx="11616412" cy="6951978"/>
          </a:xfrm>
          <a:prstGeom prst="rect">
            <a:avLst/>
          </a:prstGeom>
        </p:spPr>
        <p:txBody>
          <a:bodyPr anchor="t" rtlCol="false" tIns="0" lIns="0" bIns="0" rIns="0">
            <a:spAutoFit/>
          </a:bodyPr>
          <a:lstStyle/>
          <a:p>
            <a:pPr algn="l">
              <a:lnSpc>
                <a:spcPts val="8600"/>
              </a:lnSpc>
            </a:pPr>
            <a:r>
              <a:rPr lang="en-US" b="true" sz="4000" spc="12">
                <a:solidFill>
                  <a:srgbClr val="000000"/>
                </a:solidFill>
                <a:latin typeface="Open Sauce Medium"/>
                <a:ea typeface="Open Sauce Medium"/>
                <a:cs typeface="Open Sauce Medium"/>
                <a:sym typeface="Open Sauce Medium"/>
              </a:rPr>
              <a:t>-&gt;AI-p</a:t>
            </a:r>
            <a:r>
              <a:rPr lang="en-US" b="true" sz="4000" spc="12" strike="noStrike" u="none">
                <a:solidFill>
                  <a:srgbClr val="000000"/>
                </a:solidFill>
                <a:latin typeface="Open Sauce Medium"/>
                <a:ea typeface="Open Sauce Medium"/>
                <a:cs typeface="Open Sauce Medium"/>
                <a:sym typeface="Open Sauce Medium"/>
              </a:rPr>
              <a:t>owered financial insights</a:t>
            </a:r>
          </a:p>
          <a:p>
            <a:pPr algn="l">
              <a:lnSpc>
                <a:spcPts val="8600"/>
              </a:lnSpc>
            </a:pPr>
            <a:r>
              <a:rPr lang="en-US" b="true" sz="4000" spc="12" strike="noStrike" u="none">
                <a:solidFill>
                  <a:srgbClr val="000000"/>
                </a:solidFill>
                <a:latin typeface="Open Sauce Medium"/>
                <a:ea typeface="Open Sauce Medium"/>
                <a:cs typeface="Open Sauce Medium"/>
                <a:sym typeface="Open Sauce Medium"/>
              </a:rPr>
              <a:t>-&gt;</a:t>
            </a:r>
            <a:r>
              <a:rPr lang="en-US" b="true" sz="4000" spc="12" strike="noStrike" u="none">
                <a:solidFill>
                  <a:srgbClr val="000000"/>
                </a:solidFill>
                <a:latin typeface="Open Sauce Medium"/>
                <a:ea typeface="Open Sauce Medium"/>
                <a:cs typeface="Open Sauce Medium"/>
                <a:sym typeface="Open Sauce Medium"/>
              </a:rPr>
              <a:t>Pr</a:t>
            </a:r>
            <a:r>
              <a:rPr lang="en-US" b="true" sz="4000" spc="12" strike="noStrike" u="none">
                <a:solidFill>
                  <a:srgbClr val="000000"/>
                </a:solidFill>
                <a:latin typeface="Open Sauce Medium"/>
                <a:ea typeface="Open Sauce Medium"/>
                <a:cs typeface="Open Sauce Medium"/>
                <a:sym typeface="Open Sauce Medium"/>
              </a:rPr>
              <a:t>edi</a:t>
            </a:r>
            <a:r>
              <a:rPr lang="en-US" b="true" sz="4000" spc="12" strike="noStrike" u="none">
                <a:solidFill>
                  <a:srgbClr val="000000"/>
                </a:solidFill>
                <a:latin typeface="Open Sauce Medium"/>
                <a:ea typeface="Open Sauce Medium"/>
                <a:cs typeface="Open Sauce Medium"/>
                <a:sym typeface="Open Sauce Medium"/>
              </a:rPr>
              <a:t>c</a:t>
            </a:r>
            <a:r>
              <a:rPr lang="en-US" b="true" sz="4000" spc="12" strike="noStrike" u="none">
                <a:solidFill>
                  <a:srgbClr val="000000"/>
                </a:solidFill>
                <a:latin typeface="Open Sauce Medium"/>
                <a:ea typeface="Open Sauce Medium"/>
                <a:cs typeface="Open Sauce Medium"/>
                <a:sym typeface="Open Sauce Medium"/>
              </a:rPr>
              <a:t>t</a:t>
            </a:r>
            <a:r>
              <a:rPr lang="en-US" b="true" sz="4000" spc="12" strike="noStrike" u="none">
                <a:solidFill>
                  <a:srgbClr val="000000"/>
                </a:solidFill>
                <a:latin typeface="Open Sauce Medium"/>
                <a:ea typeface="Open Sauce Medium"/>
                <a:cs typeface="Open Sauce Medium"/>
                <a:sym typeface="Open Sauce Medium"/>
              </a:rPr>
              <a:t>iv</a:t>
            </a:r>
            <a:r>
              <a:rPr lang="en-US" b="true" sz="4000" spc="12" strike="noStrike" u="none">
                <a:solidFill>
                  <a:srgbClr val="000000"/>
                </a:solidFill>
                <a:latin typeface="Open Sauce Medium"/>
                <a:ea typeface="Open Sauce Medium"/>
                <a:cs typeface="Open Sauce Medium"/>
                <a:sym typeface="Open Sauce Medium"/>
              </a:rPr>
              <a:t>e </a:t>
            </a:r>
            <a:r>
              <a:rPr lang="en-US" b="true" sz="4000" spc="12" strike="noStrike" u="none">
                <a:solidFill>
                  <a:srgbClr val="000000"/>
                </a:solidFill>
                <a:latin typeface="Open Sauce Medium"/>
                <a:ea typeface="Open Sauce Medium"/>
                <a:cs typeface="Open Sauce Medium"/>
                <a:sym typeface="Open Sauce Medium"/>
              </a:rPr>
              <a:t>bu</a:t>
            </a:r>
            <a:r>
              <a:rPr lang="en-US" b="true" sz="4000" spc="12" strike="noStrike" u="none">
                <a:solidFill>
                  <a:srgbClr val="000000"/>
                </a:solidFill>
                <a:latin typeface="Open Sauce Medium"/>
                <a:ea typeface="Open Sauce Medium"/>
                <a:cs typeface="Open Sauce Medium"/>
                <a:sym typeface="Open Sauce Medium"/>
              </a:rPr>
              <a:t>d</a:t>
            </a:r>
            <a:r>
              <a:rPr lang="en-US" b="true" sz="4000" spc="12" strike="noStrike" u="none">
                <a:solidFill>
                  <a:srgbClr val="000000"/>
                </a:solidFill>
                <a:latin typeface="Open Sauce Medium"/>
                <a:ea typeface="Open Sauce Medium"/>
                <a:cs typeface="Open Sauce Medium"/>
                <a:sym typeface="Open Sauce Medium"/>
              </a:rPr>
              <a:t>g</a:t>
            </a:r>
            <a:r>
              <a:rPr lang="en-US" b="true" sz="4000" spc="12" strike="noStrike" u="none">
                <a:solidFill>
                  <a:srgbClr val="000000"/>
                </a:solidFill>
                <a:latin typeface="Open Sauce Medium"/>
                <a:ea typeface="Open Sauce Medium"/>
                <a:cs typeface="Open Sauce Medium"/>
                <a:sym typeface="Open Sauce Medium"/>
              </a:rPr>
              <a:t>etin</a:t>
            </a:r>
            <a:r>
              <a:rPr lang="en-US" b="true" sz="4000" spc="12" strike="noStrike" u="none">
                <a:solidFill>
                  <a:srgbClr val="000000"/>
                </a:solidFill>
                <a:latin typeface="Open Sauce Medium"/>
                <a:ea typeface="Open Sauce Medium"/>
                <a:cs typeface="Open Sauce Medium"/>
                <a:sym typeface="Open Sauce Medium"/>
              </a:rPr>
              <a:t>g</a:t>
            </a:r>
          </a:p>
          <a:p>
            <a:pPr algn="l">
              <a:lnSpc>
                <a:spcPts val="8600"/>
              </a:lnSpc>
            </a:pPr>
            <a:r>
              <a:rPr lang="en-US" b="true" sz="4000" spc="12" strike="noStrike" u="none">
                <a:solidFill>
                  <a:srgbClr val="000000"/>
                </a:solidFill>
                <a:latin typeface="Open Sauce Medium"/>
                <a:ea typeface="Open Sauce Medium"/>
                <a:cs typeface="Open Sauce Medium"/>
                <a:sym typeface="Open Sauce Medium"/>
              </a:rPr>
              <a:t>-&gt;I</a:t>
            </a:r>
            <a:r>
              <a:rPr lang="en-US" b="true" sz="4000" spc="12" strike="noStrike" u="none">
                <a:solidFill>
                  <a:srgbClr val="000000"/>
                </a:solidFill>
                <a:latin typeface="Open Sauce Medium"/>
                <a:ea typeface="Open Sauce Medium"/>
                <a:cs typeface="Open Sauce Medium"/>
                <a:sym typeface="Open Sauce Medium"/>
              </a:rPr>
              <a:t>nves</a:t>
            </a:r>
            <a:r>
              <a:rPr lang="en-US" b="true" sz="4000" spc="12" strike="noStrike" u="none">
                <a:solidFill>
                  <a:srgbClr val="000000"/>
                </a:solidFill>
                <a:latin typeface="Open Sauce Medium"/>
                <a:ea typeface="Open Sauce Medium"/>
                <a:cs typeface="Open Sauce Medium"/>
                <a:sym typeface="Open Sauce Medium"/>
              </a:rPr>
              <a:t>tme</a:t>
            </a:r>
            <a:r>
              <a:rPr lang="en-US" b="true" sz="4000" spc="12" strike="noStrike" u="none">
                <a:solidFill>
                  <a:srgbClr val="000000"/>
                </a:solidFill>
                <a:latin typeface="Open Sauce Medium"/>
                <a:ea typeface="Open Sauce Medium"/>
                <a:cs typeface="Open Sauce Medium"/>
                <a:sym typeface="Open Sauce Medium"/>
              </a:rPr>
              <a:t>nt </a:t>
            </a:r>
            <a:r>
              <a:rPr lang="en-US" b="true" sz="4000" spc="12" strike="noStrike" u="none">
                <a:solidFill>
                  <a:srgbClr val="000000"/>
                </a:solidFill>
                <a:latin typeface="Open Sauce Medium"/>
                <a:ea typeface="Open Sauce Medium"/>
                <a:cs typeface="Open Sauce Medium"/>
                <a:sym typeface="Open Sauce Medium"/>
              </a:rPr>
              <a:t>t</a:t>
            </a:r>
            <a:r>
              <a:rPr lang="en-US" b="true" sz="4000" spc="12" strike="noStrike" u="none">
                <a:solidFill>
                  <a:srgbClr val="000000"/>
                </a:solidFill>
                <a:latin typeface="Open Sauce Medium"/>
                <a:ea typeface="Open Sauce Medium"/>
                <a:cs typeface="Open Sauce Medium"/>
                <a:sym typeface="Open Sauce Medium"/>
              </a:rPr>
              <a:t>r</a:t>
            </a:r>
            <a:r>
              <a:rPr lang="en-US" b="true" sz="4000" spc="12" strike="noStrike" u="none">
                <a:solidFill>
                  <a:srgbClr val="000000"/>
                </a:solidFill>
                <a:latin typeface="Open Sauce Medium"/>
                <a:ea typeface="Open Sauce Medium"/>
                <a:cs typeface="Open Sauce Medium"/>
                <a:sym typeface="Open Sauce Medium"/>
              </a:rPr>
              <a:t>a</a:t>
            </a:r>
            <a:r>
              <a:rPr lang="en-US" b="true" sz="4000" spc="12" strike="noStrike" u="none">
                <a:solidFill>
                  <a:srgbClr val="000000"/>
                </a:solidFill>
                <a:latin typeface="Open Sauce Medium"/>
                <a:ea typeface="Open Sauce Medium"/>
                <a:cs typeface="Open Sauce Medium"/>
                <a:sym typeface="Open Sauce Medium"/>
              </a:rPr>
              <a:t>c</a:t>
            </a:r>
            <a:r>
              <a:rPr lang="en-US" b="true" sz="4000" spc="12" strike="noStrike" u="none">
                <a:solidFill>
                  <a:srgbClr val="000000"/>
                </a:solidFill>
                <a:latin typeface="Open Sauce Medium"/>
                <a:ea typeface="Open Sauce Medium"/>
                <a:cs typeface="Open Sauce Medium"/>
                <a:sym typeface="Open Sauce Medium"/>
              </a:rPr>
              <a:t>k</a:t>
            </a:r>
            <a:r>
              <a:rPr lang="en-US" b="true" sz="4000" spc="12" strike="noStrike" u="none">
                <a:solidFill>
                  <a:srgbClr val="000000"/>
                </a:solidFill>
                <a:latin typeface="Open Sauce Medium"/>
                <a:ea typeface="Open Sauce Medium"/>
                <a:cs typeface="Open Sauce Medium"/>
                <a:sym typeface="Open Sauce Medium"/>
              </a:rPr>
              <a:t>in</a:t>
            </a:r>
            <a:r>
              <a:rPr lang="en-US" b="true" sz="4000" spc="12" strike="noStrike" u="none">
                <a:solidFill>
                  <a:srgbClr val="000000"/>
                </a:solidFill>
                <a:latin typeface="Open Sauce Medium"/>
                <a:ea typeface="Open Sauce Medium"/>
                <a:cs typeface="Open Sauce Medium"/>
                <a:sym typeface="Open Sauce Medium"/>
              </a:rPr>
              <a:t>g</a:t>
            </a:r>
          </a:p>
          <a:p>
            <a:pPr algn="l">
              <a:lnSpc>
                <a:spcPts val="8600"/>
              </a:lnSpc>
            </a:pPr>
            <a:r>
              <a:rPr lang="en-US" b="true" sz="4000" spc="12" strike="noStrike" u="none">
                <a:solidFill>
                  <a:srgbClr val="000000"/>
                </a:solidFill>
                <a:latin typeface="Open Sauce Medium"/>
                <a:ea typeface="Open Sauce Medium"/>
                <a:cs typeface="Open Sauce Medium"/>
                <a:sym typeface="Open Sauce Medium"/>
              </a:rPr>
              <a:t>-&gt;M</a:t>
            </a:r>
            <a:r>
              <a:rPr lang="en-US" b="true" sz="4000" spc="12" strike="noStrike" u="none">
                <a:solidFill>
                  <a:srgbClr val="000000"/>
                </a:solidFill>
                <a:latin typeface="Open Sauce Medium"/>
                <a:ea typeface="Open Sauce Medium"/>
                <a:cs typeface="Open Sauce Medium"/>
                <a:sym typeface="Open Sauce Medium"/>
              </a:rPr>
              <a:t>obile a</a:t>
            </a:r>
            <a:r>
              <a:rPr lang="en-US" b="true" sz="4000" spc="12" strike="noStrike" u="none">
                <a:solidFill>
                  <a:srgbClr val="000000"/>
                </a:solidFill>
                <a:latin typeface="Open Sauce Medium"/>
                <a:ea typeface="Open Sauce Medium"/>
                <a:cs typeface="Open Sauce Medium"/>
                <a:sym typeface="Open Sauce Medium"/>
              </a:rPr>
              <a:t>ppl</a:t>
            </a:r>
            <a:r>
              <a:rPr lang="en-US" b="true" sz="4000" spc="12" strike="noStrike" u="none">
                <a:solidFill>
                  <a:srgbClr val="000000"/>
                </a:solidFill>
                <a:latin typeface="Open Sauce Medium"/>
                <a:ea typeface="Open Sauce Medium"/>
                <a:cs typeface="Open Sauce Medium"/>
                <a:sym typeface="Open Sauce Medium"/>
              </a:rPr>
              <a:t>i</a:t>
            </a:r>
            <a:r>
              <a:rPr lang="en-US" b="true" sz="4000" spc="12" strike="noStrike" u="none">
                <a:solidFill>
                  <a:srgbClr val="000000"/>
                </a:solidFill>
                <a:latin typeface="Open Sauce Medium"/>
                <a:ea typeface="Open Sauce Medium"/>
                <a:cs typeface="Open Sauce Medium"/>
                <a:sym typeface="Open Sauce Medium"/>
              </a:rPr>
              <a:t>c</a:t>
            </a:r>
            <a:r>
              <a:rPr lang="en-US" b="true" sz="4000" spc="12" strike="noStrike" u="none">
                <a:solidFill>
                  <a:srgbClr val="000000"/>
                </a:solidFill>
                <a:latin typeface="Open Sauce Medium"/>
                <a:ea typeface="Open Sauce Medium"/>
                <a:cs typeface="Open Sauce Medium"/>
                <a:sym typeface="Open Sauce Medium"/>
              </a:rPr>
              <a:t>ation</a:t>
            </a:r>
          </a:p>
          <a:p>
            <a:pPr algn="l">
              <a:lnSpc>
                <a:spcPts val="8600"/>
              </a:lnSpc>
            </a:pPr>
            <a:r>
              <a:rPr lang="en-US" b="true" sz="4000" spc="12" strike="noStrike" u="none">
                <a:solidFill>
                  <a:srgbClr val="000000"/>
                </a:solidFill>
                <a:latin typeface="Open Sauce Medium"/>
                <a:ea typeface="Open Sauce Medium"/>
                <a:cs typeface="Open Sauce Medium"/>
                <a:sym typeface="Open Sauce Medium"/>
              </a:rPr>
              <a:t>-&gt;R</a:t>
            </a:r>
            <a:r>
              <a:rPr lang="en-US" b="true" sz="4000" spc="12" strike="noStrike" u="none">
                <a:solidFill>
                  <a:srgbClr val="000000"/>
                </a:solidFill>
                <a:latin typeface="Open Sauce Medium"/>
                <a:ea typeface="Open Sauce Medium"/>
                <a:cs typeface="Open Sauce Medium"/>
                <a:sym typeface="Open Sauce Medium"/>
              </a:rPr>
              <a:t>eal</a:t>
            </a:r>
            <a:r>
              <a:rPr lang="en-US" b="true" sz="4000" spc="12" strike="noStrike" u="none">
                <a:solidFill>
                  <a:srgbClr val="000000"/>
                </a:solidFill>
                <a:latin typeface="Open Sauce Medium"/>
                <a:ea typeface="Open Sauce Medium"/>
                <a:cs typeface="Open Sauce Medium"/>
                <a:sym typeface="Open Sauce Medium"/>
              </a:rPr>
              <a:t>-</a:t>
            </a:r>
            <a:r>
              <a:rPr lang="en-US" b="true" sz="4000" spc="12" strike="noStrike" u="none">
                <a:solidFill>
                  <a:srgbClr val="000000"/>
                </a:solidFill>
                <a:latin typeface="Open Sauce Medium"/>
                <a:ea typeface="Open Sauce Medium"/>
                <a:cs typeface="Open Sauce Medium"/>
                <a:sym typeface="Open Sauce Medium"/>
              </a:rPr>
              <a:t>time </a:t>
            </a:r>
            <a:r>
              <a:rPr lang="en-US" b="true" sz="4000" spc="12" strike="noStrike" u="none">
                <a:solidFill>
                  <a:srgbClr val="000000"/>
                </a:solidFill>
                <a:latin typeface="Open Sauce Medium"/>
                <a:ea typeface="Open Sauce Medium"/>
                <a:cs typeface="Open Sauce Medium"/>
                <a:sym typeface="Open Sauce Medium"/>
              </a:rPr>
              <a:t>b</a:t>
            </a:r>
            <a:r>
              <a:rPr lang="en-US" b="true" sz="4000" spc="12" strike="noStrike" u="none">
                <a:solidFill>
                  <a:srgbClr val="000000"/>
                </a:solidFill>
                <a:latin typeface="Open Sauce Medium"/>
                <a:ea typeface="Open Sauce Medium"/>
                <a:cs typeface="Open Sauce Medium"/>
                <a:sym typeface="Open Sauce Medium"/>
              </a:rPr>
              <a:t>an</a:t>
            </a:r>
            <a:r>
              <a:rPr lang="en-US" b="true" sz="4000" spc="12" strike="noStrike" u="none">
                <a:solidFill>
                  <a:srgbClr val="000000"/>
                </a:solidFill>
                <a:latin typeface="Open Sauce Medium"/>
                <a:ea typeface="Open Sauce Medium"/>
                <a:cs typeface="Open Sauce Medium"/>
                <a:sym typeface="Open Sauce Medium"/>
              </a:rPr>
              <a:t>k</a:t>
            </a:r>
            <a:r>
              <a:rPr lang="en-US" b="true" sz="4000" spc="12" strike="noStrike" u="none">
                <a:solidFill>
                  <a:srgbClr val="000000"/>
                </a:solidFill>
                <a:latin typeface="Open Sauce Medium"/>
                <a:ea typeface="Open Sauce Medium"/>
                <a:cs typeface="Open Sauce Medium"/>
                <a:sym typeface="Open Sauce Medium"/>
              </a:rPr>
              <a:t> s</a:t>
            </a:r>
            <a:r>
              <a:rPr lang="en-US" b="true" sz="4000" spc="12" strike="noStrike" u="none">
                <a:solidFill>
                  <a:srgbClr val="000000"/>
                </a:solidFill>
                <a:latin typeface="Open Sauce Medium"/>
                <a:ea typeface="Open Sauce Medium"/>
                <a:cs typeface="Open Sauce Medium"/>
                <a:sym typeface="Open Sauce Medium"/>
              </a:rPr>
              <a:t>y</a:t>
            </a:r>
            <a:r>
              <a:rPr lang="en-US" b="true" sz="4000" spc="12" strike="noStrike" u="none">
                <a:solidFill>
                  <a:srgbClr val="000000"/>
                </a:solidFill>
                <a:latin typeface="Open Sauce Medium"/>
                <a:ea typeface="Open Sauce Medium"/>
                <a:cs typeface="Open Sauce Medium"/>
                <a:sym typeface="Open Sauce Medium"/>
              </a:rPr>
              <a:t>nc</a:t>
            </a:r>
          </a:p>
          <a:p>
            <a:pPr algn="l">
              <a:lnSpc>
                <a:spcPts val="8600"/>
              </a:lnSpc>
            </a:pPr>
            <a:r>
              <a:rPr lang="en-US" b="true" sz="4000" spc="12" strike="noStrike" u="none">
                <a:solidFill>
                  <a:srgbClr val="000000"/>
                </a:solidFill>
                <a:latin typeface="Open Sauce Medium"/>
                <a:ea typeface="Open Sauce Medium"/>
                <a:cs typeface="Open Sauce Medium"/>
                <a:sym typeface="Open Sauce Medium"/>
              </a:rPr>
              <a:t>-&gt;A</a:t>
            </a:r>
            <a:r>
              <a:rPr lang="en-US" b="true" sz="4000" spc="12" strike="noStrike" u="none">
                <a:solidFill>
                  <a:srgbClr val="000000"/>
                </a:solidFill>
                <a:latin typeface="Open Sauce Medium"/>
                <a:ea typeface="Open Sauce Medium"/>
                <a:cs typeface="Open Sauce Medium"/>
                <a:sym typeface="Open Sauce Medium"/>
              </a:rPr>
              <a:t>d</a:t>
            </a:r>
            <a:r>
              <a:rPr lang="en-US" b="true" sz="4000" spc="12" strike="noStrike" u="none">
                <a:solidFill>
                  <a:srgbClr val="000000"/>
                </a:solidFill>
                <a:latin typeface="Open Sauce Medium"/>
                <a:ea typeface="Open Sauce Medium"/>
                <a:cs typeface="Open Sauce Medium"/>
                <a:sym typeface="Open Sauce Medium"/>
              </a:rPr>
              <a:t>v</a:t>
            </a:r>
            <a:r>
              <a:rPr lang="en-US" b="true" sz="4000" spc="12" strike="noStrike" u="none">
                <a:solidFill>
                  <a:srgbClr val="000000"/>
                </a:solidFill>
                <a:latin typeface="Open Sauce Medium"/>
                <a:ea typeface="Open Sauce Medium"/>
                <a:cs typeface="Open Sauce Medium"/>
                <a:sym typeface="Open Sauce Medium"/>
              </a:rPr>
              <a:t>an</a:t>
            </a:r>
            <a:r>
              <a:rPr lang="en-US" b="true" sz="4000" spc="12" strike="noStrike" u="none">
                <a:solidFill>
                  <a:srgbClr val="000000"/>
                </a:solidFill>
                <a:latin typeface="Open Sauce Medium"/>
                <a:ea typeface="Open Sauce Medium"/>
                <a:cs typeface="Open Sauce Medium"/>
                <a:sym typeface="Open Sauce Medium"/>
              </a:rPr>
              <a:t>c</a:t>
            </a:r>
            <a:r>
              <a:rPr lang="en-US" b="true" sz="4000" spc="12" strike="noStrike" u="none">
                <a:solidFill>
                  <a:srgbClr val="000000"/>
                </a:solidFill>
                <a:latin typeface="Open Sauce Medium"/>
                <a:ea typeface="Open Sauce Medium"/>
                <a:cs typeface="Open Sauce Medium"/>
                <a:sym typeface="Open Sauce Medium"/>
              </a:rPr>
              <a:t>e</a:t>
            </a:r>
            <a:r>
              <a:rPr lang="en-US" b="true" sz="4000" spc="12" strike="noStrike" u="none">
                <a:solidFill>
                  <a:srgbClr val="000000"/>
                </a:solidFill>
                <a:latin typeface="Open Sauce Medium"/>
                <a:ea typeface="Open Sauce Medium"/>
                <a:cs typeface="Open Sauce Medium"/>
                <a:sym typeface="Open Sauce Medium"/>
              </a:rPr>
              <a:t>d</a:t>
            </a:r>
            <a:r>
              <a:rPr lang="en-US" b="true" sz="4000" spc="12" strike="noStrike" u="none">
                <a:solidFill>
                  <a:srgbClr val="000000"/>
                </a:solidFill>
                <a:latin typeface="Open Sauce Medium"/>
                <a:ea typeface="Open Sauce Medium"/>
                <a:cs typeface="Open Sauce Medium"/>
                <a:sym typeface="Open Sauce Medium"/>
              </a:rPr>
              <a:t> </a:t>
            </a:r>
            <a:r>
              <a:rPr lang="en-US" b="true" sz="4000" spc="12" strike="noStrike" u="none">
                <a:solidFill>
                  <a:srgbClr val="000000"/>
                </a:solidFill>
                <a:latin typeface="Open Sauce Medium"/>
                <a:ea typeface="Open Sauce Medium"/>
                <a:cs typeface="Open Sauce Medium"/>
                <a:sym typeface="Open Sauce Medium"/>
              </a:rPr>
              <a:t>a</a:t>
            </a:r>
            <a:r>
              <a:rPr lang="en-US" b="true" sz="4000" spc="12" strike="noStrike" u="none">
                <a:solidFill>
                  <a:srgbClr val="000000"/>
                </a:solidFill>
                <a:latin typeface="Open Sauce Medium"/>
                <a:ea typeface="Open Sauce Medium"/>
                <a:cs typeface="Open Sauce Medium"/>
                <a:sym typeface="Open Sauce Medium"/>
              </a:rPr>
              <a:t>n</a:t>
            </a:r>
            <a:r>
              <a:rPr lang="en-US" b="true" sz="4000" spc="12" strike="noStrike" u="none">
                <a:solidFill>
                  <a:srgbClr val="000000"/>
                </a:solidFill>
                <a:latin typeface="Open Sauce Medium"/>
                <a:ea typeface="Open Sauce Medium"/>
                <a:cs typeface="Open Sauce Medium"/>
                <a:sym typeface="Open Sauce Medium"/>
              </a:rPr>
              <a:t>aly</a:t>
            </a:r>
            <a:r>
              <a:rPr lang="en-US" b="true" sz="4000" spc="12" strike="noStrike" u="none">
                <a:solidFill>
                  <a:srgbClr val="000000"/>
                </a:solidFill>
                <a:latin typeface="Open Sauce Medium"/>
                <a:ea typeface="Open Sauce Medium"/>
                <a:cs typeface="Open Sauce Medium"/>
                <a:sym typeface="Open Sauce Medium"/>
              </a:rPr>
              <a:t>tics d</a:t>
            </a:r>
            <a:r>
              <a:rPr lang="en-US" b="true" sz="4000" spc="12" strike="noStrike" u="none">
                <a:solidFill>
                  <a:srgbClr val="000000"/>
                </a:solidFill>
                <a:latin typeface="Open Sauce Medium"/>
                <a:ea typeface="Open Sauce Medium"/>
                <a:cs typeface="Open Sauce Medium"/>
                <a:sym typeface="Open Sauce Medium"/>
              </a:rPr>
              <a:t>a</a:t>
            </a:r>
            <a:r>
              <a:rPr lang="en-US" b="true" sz="4000" spc="12" strike="noStrike" u="none">
                <a:solidFill>
                  <a:srgbClr val="000000"/>
                </a:solidFill>
                <a:latin typeface="Open Sauce Medium"/>
                <a:ea typeface="Open Sauce Medium"/>
                <a:cs typeface="Open Sauce Medium"/>
                <a:sym typeface="Open Sauce Medium"/>
              </a:rPr>
              <a:t>s</a:t>
            </a:r>
            <a:r>
              <a:rPr lang="en-US" b="true" sz="4000" spc="12" strike="noStrike" u="none">
                <a:solidFill>
                  <a:srgbClr val="000000"/>
                </a:solidFill>
                <a:latin typeface="Open Sauce Medium"/>
                <a:ea typeface="Open Sauce Medium"/>
                <a:cs typeface="Open Sauce Medium"/>
                <a:sym typeface="Open Sauce Medium"/>
              </a:rPr>
              <a:t>h</a:t>
            </a:r>
            <a:r>
              <a:rPr lang="en-US" b="true" sz="4000" spc="12" strike="noStrike" u="none">
                <a:solidFill>
                  <a:srgbClr val="000000"/>
                </a:solidFill>
                <a:latin typeface="Open Sauce Medium"/>
                <a:ea typeface="Open Sauce Medium"/>
                <a:cs typeface="Open Sauce Medium"/>
                <a:sym typeface="Open Sauce Medium"/>
              </a:rPr>
              <a:t>bo</a:t>
            </a:r>
            <a:r>
              <a:rPr lang="en-US" b="true" sz="4000" spc="12" strike="noStrike" u="none">
                <a:solidFill>
                  <a:srgbClr val="000000"/>
                </a:solidFill>
                <a:latin typeface="Open Sauce Medium"/>
                <a:ea typeface="Open Sauce Medium"/>
                <a:cs typeface="Open Sauce Medium"/>
                <a:sym typeface="Open Sauce Medium"/>
              </a:rPr>
              <a:t>a</a:t>
            </a:r>
            <a:r>
              <a:rPr lang="en-US" b="true" sz="4000" spc="12" strike="noStrike" u="none">
                <a:solidFill>
                  <a:srgbClr val="000000"/>
                </a:solidFill>
                <a:latin typeface="Open Sauce Medium"/>
                <a:ea typeface="Open Sauce Medium"/>
                <a:cs typeface="Open Sauce Medium"/>
                <a:sym typeface="Open Sauce Medium"/>
              </a:rPr>
              <a:t>r</a:t>
            </a:r>
            <a:r>
              <a:rPr lang="en-US" b="true" sz="4000" spc="12" strike="noStrike" u="none">
                <a:solidFill>
                  <a:srgbClr val="000000"/>
                </a:solidFill>
                <a:latin typeface="Open Sauce Medium"/>
                <a:ea typeface="Open Sauce Medium"/>
                <a:cs typeface="Open Sauce Medium"/>
                <a:sym typeface="Open Sauce Medium"/>
              </a:rPr>
              <a:t>d</a:t>
            </a:r>
          </a:p>
          <a:p>
            <a:pPr algn="l">
              <a:lnSpc>
                <a:spcPts val="2520"/>
              </a:lnSpc>
            </a:pPr>
          </a:p>
        </p:txBody>
      </p:sp>
      <p:sp>
        <p:nvSpPr>
          <p:cNvPr name="Freeform 5" id="5"/>
          <p:cNvSpPr/>
          <p:nvPr/>
        </p:nvSpPr>
        <p:spPr>
          <a:xfrm flipH="false" flipV="false" rot="0">
            <a:off x="10372112" y="3058176"/>
            <a:ext cx="6473998" cy="4308151"/>
          </a:xfrm>
          <a:custGeom>
            <a:avLst/>
            <a:gdLst/>
            <a:ahLst/>
            <a:cxnLst/>
            <a:rect r="r" b="b" t="t" l="l"/>
            <a:pathLst>
              <a:path h="4308151" w="6473998">
                <a:moveTo>
                  <a:pt x="0" y="0"/>
                </a:moveTo>
                <a:lnTo>
                  <a:pt x="6473998" y="0"/>
                </a:lnTo>
                <a:lnTo>
                  <a:pt x="6473998" y="4308151"/>
                </a:lnTo>
                <a:lnTo>
                  <a:pt x="0" y="43081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614955" y="1057275"/>
            <a:ext cx="6527840" cy="878216"/>
          </a:xfrm>
          <a:prstGeom prst="rect">
            <a:avLst/>
          </a:prstGeom>
        </p:spPr>
        <p:txBody>
          <a:bodyPr anchor="t" rtlCol="false" tIns="0" lIns="0" bIns="0" rIns="0">
            <a:spAutoFit/>
          </a:bodyPr>
          <a:lstStyle/>
          <a:p>
            <a:pPr algn="l" marL="0" indent="0" lvl="0">
              <a:lnSpc>
                <a:spcPts val="6962"/>
              </a:lnSpc>
              <a:spcBef>
                <a:spcPct val="0"/>
              </a:spcBef>
            </a:pPr>
            <a:r>
              <a:rPr lang="en-US" b="true" sz="6002" spc="-306">
                <a:solidFill>
                  <a:srgbClr val="182D88"/>
                </a:solidFill>
                <a:latin typeface="Open Sauce Semi-Bold"/>
                <a:ea typeface="Open Sauce Semi-Bold"/>
                <a:cs typeface="Open Sauce Semi-Bold"/>
                <a:sym typeface="Open Sauce Semi-Bold"/>
              </a:rPr>
              <a:t>CONCLUSION</a:t>
            </a:r>
          </a:p>
        </p:txBody>
      </p:sp>
      <p:sp>
        <p:nvSpPr>
          <p:cNvPr name="TextBox 4" id="4"/>
          <p:cNvSpPr txBox="true"/>
          <p:nvPr/>
        </p:nvSpPr>
        <p:spPr>
          <a:xfrm rot="0">
            <a:off x="1614955" y="2578956"/>
            <a:ext cx="10946559" cy="5600697"/>
          </a:xfrm>
          <a:prstGeom prst="rect">
            <a:avLst/>
          </a:prstGeom>
        </p:spPr>
        <p:txBody>
          <a:bodyPr anchor="t" rtlCol="false" tIns="0" lIns="0" bIns="0" rIns="0">
            <a:spAutoFit/>
          </a:bodyPr>
          <a:lstStyle/>
          <a:p>
            <a:pPr algn="l" marL="0" indent="0" lvl="0">
              <a:lnSpc>
                <a:spcPts val="5610"/>
              </a:lnSpc>
            </a:pPr>
            <a:r>
              <a:rPr lang="en-US" b="true" sz="3300" spc="9">
                <a:solidFill>
                  <a:srgbClr val="000000"/>
                </a:solidFill>
                <a:latin typeface="Open Sauce Medium"/>
                <a:ea typeface="Open Sauce Medium"/>
                <a:cs typeface="Open Sauce Medium"/>
                <a:sym typeface="Open Sauce Medium"/>
              </a:rPr>
              <a:t>Th</a:t>
            </a:r>
            <a:r>
              <a:rPr lang="en-US" b="true" sz="3300" spc="9" strike="noStrike" u="none">
                <a:solidFill>
                  <a:srgbClr val="000000"/>
                </a:solidFill>
                <a:latin typeface="Open Sauce Medium"/>
                <a:ea typeface="Open Sauce Medium"/>
                <a:cs typeface="Open Sauce Medium"/>
                <a:sym typeface="Open Sauce Medium"/>
              </a:rPr>
              <a:t>e </a:t>
            </a:r>
            <a:r>
              <a:rPr lang="en-US" b="true" sz="3300" spc="9" strike="noStrike" u="none">
                <a:solidFill>
                  <a:srgbClr val="000000"/>
                </a:solidFill>
                <a:latin typeface="Open Sauce Medium"/>
                <a:ea typeface="Open Sauce Medium"/>
                <a:cs typeface="Open Sauce Medium"/>
                <a:sym typeface="Open Sauce Medium"/>
              </a:rPr>
              <a:t>M</a:t>
            </a:r>
            <a:r>
              <a:rPr lang="en-US" b="true" sz="3300" spc="9" strike="noStrike" u="none">
                <a:solidFill>
                  <a:srgbClr val="000000"/>
                </a:solidFill>
                <a:latin typeface="Open Sauce Medium"/>
                <a:ea typeface="Open Sauce Medium"/>
                <a:cs typeface="Open Sauce Medium"/>
                <a:sym typeface="Open Sauce Medium"/>
              </a:rPr>
              <a:t>o</a:t>
            </a:r>
            <a:r>
              <a:rPr lang="en-US" b="true" sz="3300" spc="9" strike="noStrike" u="none">
                <a:solidFill>
                  <a:srgbClr val="000000"/>
                </a:solidFill>
                <a:latin typeface="Open Sauce Medium"/>
                <a:ea typeface="Open Sauce Medium"/>
                <a:cs typeface="Open Sauce Medium"/>
                <a:sym typeface="Open Sauce Medium"/>
              </a:rPr>
              <a:t>de</a:t>
            </a:r>
            <a:r>
              <a:rPr lang="en-US" b="true" sz="3300" spc="9" strike="noStrike" u="none">
                <a:solidFill>
                  <a:srgbClr val="000000"/>
                </a:solidFill>
                <a:latin typeface="Open Sauce Medium"/>
                <a:ea typeface="Open Sauce Medium"/>
                <a:cs typeface="Open Sauce Medium"/>
                <a:sym typeface="Open Sauce Medium"/>
              </a:rPr>
              <a:t>r</a:t>
            </a:r>
            <a:r>
              <a:rPr lang="en-US" b="true" sz="3300" spc="9" strike="noStrike" u="none">
                <a:solidFill>
                  <a:srgbClr val="000000"/>
                </a:solidFill>
                <a:latin typeface="Open Sauce Medium"/>
                <a:ea typeface="Open Sauce Medium"/>
                <a:cs typeface="Open Sauce Medium"/>
                <a:sym typeface="Open Sauce Medium"/>
              </a:rPr>
              <a:t>n</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Dig</a:t>
            </a:r>
            <a:r>
              <a:rPr lang="en-US" b="true" sz="3300" spc="9" strike="noStrike" u="none">
                <a:solidFill>
                  <a:srgbClr val="000000"/>
                </a:solidFill>
                <a:latin typeface="Open Sauce Medium"/>
                <a:ea typeface="Open Sauce Medium"/>
                <a:cs typeface="Open Sauce Medium"/>
                <a:sym typeface="Open Sauce Medium"/>
              </a:rPr>
              <a:t>ita</a:t>
            </a:r>
            <a:r>
              <a:rPr lang="en-US" b="true" sz="3300" spc="9" strike="noStrike" u="none">
                <a:solidFill>
                  <a:srgbClr val="000000"/>
                </a:solidFill>
                <a:latin typeface="Open Sauce Medium"/>
                <a:ea typeface="Open Sauce Medium"/>
                <a:cs typeface="Open Sauce Medium"/>
                <a:sym typeface="Open Sauce Medium"/>
              </a:rPr>
              <a:t>l</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Ba</a:t>
            </a:r>
            <a:r>
              <a:rPr lang="en-US" b="true" sz="3300" spc="9" strike="noStrike" u="none">
                <a:solidFill>
                  <a:srgbClr val="000000"/>
                </a:solidFill>
                <a:latin typeface="Open Sauce Medium"/>
                <a:ea typeface="Open Sauce Medium"/>
                <a:cs typeface="Open Sauce Medium"/>
                <a:sym typeface="Open Sauce Medium"/>
              </a:rPr>
              <a:t>n</a:t>
            </a:r>
            <a:r>
              <a:rPr lang="en-US" b="true" sz="3300" spc="9" strike="noStrike" u="none">
                <a:solidFill>
                  <a:srgbClr val="000000"/>
                </a:solidFill>
                <a:latin typeface="Open Sauce Medium"/>
                <a:ea typeface="Open Sauce Medium"/>
                <a:cs typeface="Open Sauce Medium"/>
                <a:sym typeface="Open Sauce Medium"/>
              </a:rPr>
              <a:t>king Da</a:t>
            </a:r>
            <a:r>
              <a:rPr lang="en-US" b="true" sz="3300" spc="9" strike="noStrike" u="none">
                <a:solidFill>
                  <a:srgbClr val="000000"/>
                </a:solidFill>
                <a:latin typeface="Open Sauce Medium"/>
                <a:ea typeface="Open Sauce Medium"/>
                <a:cs typeface="Open Sauce Medium"/>
                <a:sym typeface="Open Sauce Medium"/>
              </a:rPr>
              <a:t>s</a:t>
            </a:r>
            <a:r>
              <a:rPr lang="en-US" b="true" sz="3300" spc="9" strike="noStrike" u="none">
                <a:solidFill>
                  <a:srgbClr val="000000"/>
                </a:solidFill>
                <a:latin typeface="Open Sauce Medium"/>
                <a:ea typeface="Open Sauce Medium"/>
                <a:cs typeface="Open Sauce Medium"/>
                <a:sym typeface="Open Sauce Medium"/>
              </a:rPr>
              <a:t>hboard </a:t>
            </a:r>
            <a:r>
              <a:rPr lang="en-US" b="true" sz="3300" spc="9" strike="noStrike" u="none">
                <a:solidFill>
                  <a:srgbClr val="000000"/>
                </a:solidFill>
                <a:latin typeface="Open Sauce Medium"/>
                <a:ea typeface="Open Sauce Medium"/>
                <a:cs typeface="Open Sauce Medium"/>
                <a:sym typeface="Open Sauce Medium"/>
              </a:rPr>
              <a:t>ce</a:t>
            </a:r>
            <a:r>
              <a:rPr lang="en-US" b="true" sz="3300" spc="9" strike="noStrike" u="none">
                <a:solidFill>
                  <a:srgbClr val="000000"/>
                </a:solidFill>
                <a:latin typeface="Open Sauce Medium"/>
                <a:ea typeface="Open Sauce Medium"/>
                <a:cs typeface="Open Sauce Medium"/>
                <a:sym typeface="Open Sauce Medium"/>
              </a:rPr>
              <a:t>n</a:t>
            </a:r>
            <a:r>
              <a:rPr lang="en-US" b="true" sz="3300" spc="9" strike="noStrike" u="none">
                <a:solidFill>
                  <a:srgbClr val="000000"/>
                </a:solidFill>
                <a:latin typeface="Open Sauce Medium"/>
                <a:ea typeface="Open Sauce Medium"/>
                <a:cs typeface="Open Sauce Medium"/>
                <a:sym typeface="Open Sauce Medium"/>
              </a:rPr>
              <a:t>tra</a:t>
            </a:r>
            <a:r>
              <a:rPr lang="en-US" b="true" sz="3300" spc="9" strike="noStrike" u="none">
                <a:solidFill>
                  <a:srgbClr val="000000"/>
                </a:solidFill>
                <a:latin typeface="Open Sauce Medium"/>
                <a:ea typeface="Open Sauce Medium"/>
                <a:cs typeface="Open Sauce Medium"/>
                <a:sym typeface="Open Sauce Medium"/>
              </a:rPr>
              <a:t>l</a:t>
            </a:r>
            <a:r>
              <a:rPr lang="en-US" b="true" sz="3300" spc="9" strike="noStrike" u="none">
                <a:solidFill>
                  <a:srgbClr val="000000"/>
                </a:solidFill>
                <a:latin typeface="Open Sauce Medium"/>
                <a:ea typeface="Open Sauce Medium"/>
                <a:cs typeface="Open Sauce Medium"/>
                <a:sym typeface="Open Sauce Medium"/>
              </a:rPr>
              <a:t>i</a:t>
            </a:r>
            <a:r>
              <a:rPr lang="en-US" b="true" sz="3300" spc="9" strike="noStrike" u="none">
                <a:solidFill>
                  <a:srgbClr val="000000"/>
                </a:solidFill>
                <a:latin typeface="Open Sauce Medium"/>
                <a:ea typeface="Open Sauce Medium"/>
                <a:cs typeface="Open Sauce Medium"/>
                <a:sym typeface="Open Sauce Medium"/>
              </a:rPr>
              <a:t>zes f</a:t>
            </a:r>
            <a:r>
              <a:rPr lang="en-US" b="true" sz="3300" spc="9" strike="noStrike" u="none">
                <a:solidFill>
                  <a:srgbClr val="000000"/>
                </a:solidFill>
                <a:latin typeface="Open Sauce Medium"/>
                <a:ea typeface="Open Sauce Medium"/>
                <a:cs typeface="Open Sauce Medium"/>
                <a:sym typeface="Open Sauce Medium"/>
              </a:rPr>
              <a:t>i</a:t>
            </a:r>
            <a:r>
              <a:rPr lang="en-US" b="true" sz="3300" spc="9" strike="noStrike" u="none">
                <a:solidFill>
                  <a:srgbClr val="000000"/>
                </a:solidFill>
                <a:latin typeface="Open Sauce Medium"/>
                <a:ea typeface="Open Sauce Medium"/>
                <a:cs typeface="Open Sauce Medium"/>
                <a:sym typeface="Open Sauce Medium"/>
              </a:rPr>
              <a:t>nan</a:t>
            </a:r>
            <a:r>
              <a:rPr lang="en-US" b="true" sz="3300" spc="9" strike="noStrike" u="none">
                <a:solidFill>
                  <a:srgbClr val="000000"/>
                </a:solidFill>
                <a:latin typeface="Open Sauce Medium"/>
                <a:ea typeface="Open Sauce Medium"/>
                <a:cs typeface="Open Sauce Medium"/>
                <a:sym typeface="Open Sauce Medium"/>
              </a:rPr>
              <a:t>ci</a:t>
            </a:r>
            <a:r>
              <a:rPr lang="en-US" b="true" sz="3300" spc="9" strike="noStrike" u="none">
                <a:solidFill>
                  <a:srgbClr val="000000"/>
                </a:solidFill>
                <a:latin typeface="Open Sauce Medium"/>
                <a:ea typeface="Open Sauce Medium"/>
                <a:cs typeface="Open Sauce Medium"/>
                <a:sym typeface="Open Sauce Medium"/>
              </a:rPr>
              <a:t>al ma</a:t>
            </a:r>
            <a:r>
              <a:rPr lang="en-US" b="true" sz="3300" spc="9" strike="noStrike" u="none">
                <a:solidFill>
                  <a:srgbClr val="000000"/>
                </a:solidFill>
                <a:latin typeface="Open Sauce Medium"/>
                <a:ea typeface="Open Sauce Medium"/>
                <a:cs typeface="Open Sauce Medium"/>
                <a:sym typeface="Open Sauce Medium"/>
              </a:rPr>
              <a:t>n</a:t>
            </a:r>
            <a:r>
              <a:rPr lang="en-US" b="true" sz="3300" spc="9" strike="noStrike" u="none">
                <a:solidFill>
                  <a:srgbClr val="000000"/>
                </a:solidFill>
                <a:latin typeface="Open Sauce Medium"/>
                <a:ea typeface="Open Sauce Medium"/>
                <a:cs typeface="Open Sauce Medium"/>
                <a:sym typeface="Open Sauce Medium"/>
              </a:rPr>
              <a:t>a</a:t>
            </a:r>
            <a:r>
              <a:rPr lang="en-US" b="true" sz="3300" spc="9" strike="noStrike" u="none">
                <a:solidFill>
                  <a:srgbClr val="000000"/>
                </a:solidFill>
                <a:latin typeface="Open Sauce Medium"/>
                <a:ea typeface="Open Sauce Medium"/>
                <a:cs typeface="Open Sauce Medium"/>
                <a:sym typeface="Open Sauce Medium"/>
              </a:rPr>
              <a:t>ge</a:t>
            </a:r>
            <a:r>
              <a:rPr lang="en-US" b="true" sz="3300" spc="9" strike="noStrike" u="none">
                <a:solidFill>
                  <a:srgbClr val="000000"/>
                </a:solidFill>
                <a:latin typeface="Open Sauce Medium"/>
                <a:ea typeface="Open Sauce Medium"/>
                <a:cs typeface="Open Sauce Medium"/>
                <a:sym typeface="Open Sauce Medium"/>
              </a:rPr>
              <a:t>ment </a:t>
            </a:r>
            <a:r>
              <a:rPr lang="en-US" b="true" sz="3300" spc="9" strike="noStrike" u="none">
                <a:solidFill>
                  <a:srgbClr val="000000"/>
                </a:solidFill>
                <a:latin typeface="Open Sauce Medium"/>
                <a:ea typeface="Open Sauce Medium"/>
                <a:cs typeface="Open Sauce Medium"/>
                <a:sym typeface="Open Sauce Medium"/>
              </a:rPr>
              <a:t>i</a:t>
            </a:r>
            <a:r>
              <a:rPr lang="en-US" b="true" sz="3300" spc="9" strike="noStrike" u="none">
                <a:solidFill>
                  <a:srgbClr val="000000"/>
                </a:solidFill>
                <a:latin typeface="Open Sauce Medium"/>
                <a:ea typeface="Open Sauce Medium"/>
                <a:cs typeface="Open Sauce Medium"/>
                <a:sym typeface="Open Sauce Medium"/>
              </a:rPr>
              <a:t>n</a:t>
            </a:r>
            <a:r>
              <a:rPr lang="en-US" b="true" sz="3300" spc="9" strike="noStrike" u="none">
                <a:solidFill>
                  <a:srgbClr val="000000"/>
                </a:solidFill>
                <a:latin typeface="Open Sauce Medium"/>
                <a:ea typeface="Open Sauce Medium"/>
                <a:cs typeface="Open Sauce Medium"/>
                <a:sym typeface="Open Sauce Medium"/>
              </a:rPr>
              <a:t>t</a:t>
            </a:r>
            <a:r>
              <a:rPr lang="en-US" b="true" sz="3300" spc="9" strike="noStrike" u="none">
                <a:solidFill>
                  <a:srgbClr val="000000"/>
                </a:solidFill>
                <a:latin typeface="Open Sauce Medium"/>
                <a:ea typeface="Open Sauce Medium"/>
                <a:cs typeface="Open Sauce Medium"/>
                <a:sym typeface="Open Sauce Medium"/>
              </a:rPr>
              <a:t>o</a:t>
            </a:r>
            <a:r>
              <a:rPr lang="en-US" b="true" sz="3300" spc="9" strike="noStrike" u="none">
                <a:solidFill>
                  <a:srgbClr val="000000"/>
                </a:solidFill>
                <a:latin typeface="Open Sauce Medium"/>
                <a:ea typeface="Open Sauce Medium"/>
                <a:cs typeface="Open Sauce Medium"/>
                <a:sym typeface="Open Sauce Medium"/>
              </a:rPr>
              <a:t> o</a:t>
            </a:r>
            <a:r>
              <a:rPr lang="en-US" b="true" sz="3300" spc="9" strike="noStrike" u="none">
                <a:solidFill>
                  <a:srgbClr val="000000"/>
                </a:solidFill>
                <a:latin typeface="Open Sauce Medium"/>
                <a:ea typeface="Open Sauce Medium"/>
                <a:cs typeface="Open Sauce Medium"/>
                <a:sym typeface="Open Sauce Medium"/>
              </a:rPr>
              <a:t>n</a:t>
            </a:r>
            <a:r>
              <a:rPr lang="en-US" b="true" sz="3300" spc="9" strike="noStrike" u="none">
                <a:solidFill>
                  <a:srgbClr val="000000"/>
                </a:solidFill>
                <a:latin typeface="Open Sauce Medium"/>
                <a:ea typeface="Open Sauce Medium"/>
                <a:cs typeface="Open Sauce Medium"/>
                <a:sym typeface="Open Sauce Medium"/>
              </a:rPr>
              <a:t>e </a:t>
            </a:r>
            <a:r>
              <a:rPr lang="en-US" b="true" sz="3300" spc="9" strike="noStrike" u="none">
                <a:solidFill>
                  <a:srgbClr val="000000"/>
                </a:solidFill>
                <a:latin typeface="Open Sauce Medium"/>
                <a:ea typeface="Open Sauce Medium"/>
                <a:cs typeface="Open Sauce Medium"/>
                <a:sym typeface="Open Sauce Medium"/>
              </a:rPr>
              <a:t>s</a:t>
            </a:r>
            <a:r>
              <a:rPr lang="en-US" b="true" sz="3300" spc="9" strike="noStrike" u="none">
                <a:solidFill>
                  <a:srgbClr val="000000"/>
                </a:solidFill>
                <a:latin typeface="Open Sauce Medium"/>
                <a:ea typeface="Open Sauce Medium"/>
                <a:cs typeface="Open Sauce Medium"/>
                <a:sym typeface="Open Sauce Medium"/>
              </a:rPr>
              <a:t>e</a:t>
            </a:r>
            <a:r>
              <a:rPr lang="en-US" b="true" sz="3300" spc="9" strike="noStrike" u="none">
                <a:solidFill>
                  <a:srgbClr val="000000"/>
                </a:solidFill>
                <a:latin typeface="Open Sauce Medium"/>
                <a:ea typeface="Open Sauce Medium"/>
                <a:cs typeface="Open Sauce Medium"/>
                <a:sym typeface="Open Sauce Medium"/>
              </a:rPr>
              <a:t>cu</a:t>
            </a:r>
            <a:r>
              <a:rPr lang="en-US" b="true" sz="3300" spc="9" strike="noStrike" u="none">
                <a:solidFill>
                  <a:srgbClr val="000000"/>
                </a:solidFill>
                <a:latin typeface="Open Sauce Medium"/>
                <a:ea typeface="Open Sauce Medium"/>
                <a:cs typeface="Open Sauce Medium"/>
                <a:sym typeface="Open Sauce Medium"/>
              </a:rPr>
              <a:t>r</a:t>
            </a:r>
            <a:r>
              <a:rPr lang="en-US" b="true" sz="3300" spc="9" strike="noStrike" u="none">
                <a:solidFill>
                  <a:srgbClr val="000000"/>
                </a:solidFill>
                <a:latin typeface="Open Sauce Medium"/>
                <a:ea typeface="Open Sauce Medium"/>
                <a:cs typeface="Open Sauce Medium"/>
                <a:sym typeface="Open Sauce Medium"/>
              </a:rPr>
              <a:t>e</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a</a:t>
            </a:r>
            <a:r>
              <a:rPr lang="en-US" b="true" sz="3300" spc="9" strike="noStrike" u="none">
                <a:solidFill>
                  <a:srgbClr val="000000"/>
                </a:solidFill>
                <a:latin typeface="Open Sauce Medium"/>
                <a:ea typeface="Open Sauce Medium"/>
                <a:cs typeface="Open Sauce Medium"/>
                <a:sym typeface="Open Sauce Medium"/>
              </a:rPr>
              <a:t>nd</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int</a:t>
            </a:r>
            <a:r>
              <a:rPr lang="en-US" b="true" sz="3300" spc="9" strike="noStrike" u="none">
                <a:solidFill>
                  <a:srgbClr val="000000"/>
                </a:solidFill>
                <a:latin typeface="Open Sauce Medium"/>
                <a:ea typeface="Open Sauce Medium"/>
                <a:cs typeface="Open Sauce Medium"/>
                <a:sym typeface="Open Sauce Medium"/>
              </a:rPr>
              <a:t>elligen</a:t>
            </a:r>
            <a:r>
              <a:rPr lang="en-US" b="true" sz="3300" spc="9" strike="noStrike" u="none">
                <a:solidFill>
                  <a:srgbClr val="000000"/>
                </a:solidFill>
                <a:latin typeface="Open Sauce Medium"/>
                <a:ea typeface="Open Sauce Medium"/>
                <a:cs typeface="Open Sauce Medium"/>
                <a:sym typeface="Open Sauce Medium"/>
              </a:rPr>
              <a:t>t </a:t>
            </a:r>
            <a:r>
              <a:rPr lang="en-US" b="true" sz="3300" spc="9" strike="noStrike" u="none">
                <a:solidFill>
                  <a:srgbClr val="000000"/>
                </a:solidFill>
                <a:latin typeface="Open Sauce Medium"/>
                <a:ea typeface="Open Sauce Medium"/>
                <a:cs typeface="Open Sauce Medium"/>
                <a:sym typeface="Open Sauce Medium"/>
              </a:rPr>
              <a:t>p</a:t>
            </a:r>
            <a:r>
              <a:rPr lang="en-US" b="true" sz="3300" spc="9" strike="noStrike" u="none">
                <a:solidFill>
                  <a:srgbClr val="000000"/>
                </a:solidFill>
                <a:latin typeface="Open Sauce Medium"/>
                <a:ea typeface="Open Sauce Medium"/>
                <a:cs typeface="Open Sauce Medium"/>
                <a:sym typeface="Open Sauce Medium"/>
              </a:rPr>
              <a:t>la</a:t>
            </a:r>
            <a:r>
              <a:rPr lang="en-US" b="true" sz="3300" spc="9" strike="noStrike" u="none">
                <a:solidFill>
                  <a:srgbClr val="000000"/>
                </a:solidFill>
                <a:latin typeface="Open Sauce Medium"/>
                <a:ea typeface="Open Sauce Medium"/>
                <a:cs typeface="Open Sauce Medium"/>
                <a:sym typeface="Open Sauce Medium"/>
              </a:rPr>
              <a:t>tf</a:t>
            </a:r>
            <a:r>
              <a:rPr lang="en-US" b="true" sz="3300" spc="9" strike="noStrike" u="none">
                <a:solidFill>
                  <a:srgbClr val="000000"/>
                </a:solidFill>
                <a:latin typeface="Open Sauce Medium"/>
                <a:ea typeface="Open Sauce Medium"/>
                <a:cs typeface="Open Sauce Medium"/>
                <a:sym typeface="Open Sauce Medium"/>
              </a:rPr>
              <a:t>or</a:t>
            </a:r>
            <a:r>
              <a:rPr lang="en-US" b="true" sz="3300" spc="9" strike="noStrike" u="none">
                <a:solidFill>
                  <a:srgbClr val="000000"/>
                </a:solidFill>
                <a:latin typeface="Open Sauce Medium"/>
                <a:ea typeface="Open Sauce Medium"/>
                <a:cs typeface="Open Sauce Medium"/>
                <a:sym typeface="Open Sauce Medium"/>
              </a:rPr>
              <a:t>m.</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I</a:t>
            </a:r>
            <a:r>
              <a:rPr lang="en-US" b="true" sz="3300" spc="9" strike="noStrike" u="none">
                <a:solidFill>
                  <a:srgbClr val="000000"/>
                </a:solidFill>
                <a:latin typeface="Open Sauce Medium"/>
                <a:ea typeface="Open Sauce Medium"/>
                <a:cs typeface="Open Sauce Medium"/>
                <a:sym typeface="Open Sauce Medium"/>
              </a:rPr>
              <a:t>t </a:t>
            </a:r>
            <a:r>
              <a:rPr lang="en-US" b="true" sz="3300" spc="9" strike="noStrike" u="none">
                <a:solidFill>
                  <a:srgbClr val="000000"/>
                </a:solidFill>
                <a:latin typeface="Open Sauce Medium"/>
                <a:ea typeface="Open Sauce Medium"/>
                <a:cs typeface="Open Sauce Medium"/>
                <a:sym typeface="Open Sauce Medium"/>
              </a:rPr>
              <a:t>simp</a:t>
            </a:r>
            <a:r>
              <a:rPr lang="en-US" b="true" sz="3300" spc="9" strike="noStrike" u="none">
                <a:solidFill>
                  <a:srgbClr val="000000"/>
                </a:solidFill>
                <a:latin typeface="Open Sauce Medium"/>
                <a:ea typeface="Open Sauce Medium"/>
                <a:cs typeface="Open Sauce Medium"/>
                <a:sym typeface="Open Sauce Medium"/>
              </a:rPr>
              <a:t>l</a:t>
            </a:r>
            <a:r>
              <a:rPr lang="en-US" b="true" sz="3300" spc="9" strike="noStrike" u="none">
                <a:solidFill>
                  <a:srgbClr val="000000"/>
                </a:solidFill>
                <a:latin typeface="Open Sauce Medium"/>
                <a:ea typeface="Open Sauce Medium"/>
                <a:cs typeface="Open Sauce Medium"/>
                <a:sym typeface="Open Sauce Medium"/>
              </a:rPr>
              <a:t>ifi</a:t>
            </a:r>
            <a:r>
              <a:rPr lang="en-US" b="true" sz="3300" spc="9" strike="noStrike" u="none">
                <a:solidFill>
                  <a:srgbClr val="000000"/>
                </a:solidFill>
                <a:latin typeface="Open Sauce Medium"/>
                <a:ea typeface="Open Sauce Medium"/>
                <a:cs typeface="Open Sauce Medium"/>
                <a:sym typeface="Open Sauce Medium"/>
              </a:rPr>
              <a:t>e</a:t>
            </a:r>
            <a:r>
              <a:rPr lang="en-US" b="true" sz="3300" spc="9" strike="noStrike" u="none">
                <a:solidFill>
                  <a:srgbClr val="000000"/>
                </a:solidFill>
                <a:latin typeface="Open Sauce Medium"/>
                <a:ea typeface="Open Sauce Medium"/>
                <a:cs typeface="Open Sauce Medium"/>
                <a:sym typeface="Open Sauce Medium"/>
              </a:rPr>
              <a:t>s</a:t>
            </a:r>
            <a:r>
              <a:rPr lang="en-US" b="true" sz="3300" spc="9" strike="noStrike" u="none">
                <a:solidFill>
                  <a:srgbClr val="000000"/>
                </a:solidFill>
                <a:latin typeface="Open Sauce Medium"/>
                <a:ea typeface="Open Sauce Medium"/>
                <a:cs typeface="Open Sauce Medium"/>
                <a:sym typeface="Open Sauce Medium"/>
              </a:rPr>
              <a:t> a</a:t>
            </a:r>
            <a:r>
              <a:rPr lang="en-US" b="true" sz="3300" spc="9" strike="noStrike" u="none">
                <a:solidFill>
                  <a:srgbClr val="000000"/>
                </a:solidFill>
                <a:latin typeface="Open Sauce Medium"/>
                <a:ea typeface="Open Sauce Medium"/>
                <a:cs typeface="Open Sauce Medium"/>
                <a:sym typeface="Open Sauce Medium"/>
              </a:rPr>
              <a:t>cco</a:t>
            </a:r>
            <a:r>
              <a:rPr lang="en-US" b="true" sz="3300" spc="9" strike="noStrike" u="none">
                <a:solidFill>
                  <a:srgbClr val="000000"/>
                </a:solidFill>
                <a:latin typeface="Open Sauce Medium"/>
                <a:ea typeface="Open Sauce Medium"/>
                <a:cs typeface="Open Sauce Medium"/>
                <a:sym typeface="Open Sauce Medium"/>
              </a:rPr>
              <a:t>un</a:t>
            </a:r>
            <a:r>
              <a:rPr lang="en-US" b="true" sz="3300" spc="9" strike="noStrike" u="none">
                <a:solidFill>
                  <a:srgbClr val="000000"/>
                </a:solidFill>
                <a:latin typeface="Open Sauce Medium"/>
                <a:ea typeface="Open Sauce Medium"/>
                <a:cs typeface="Open Sauce Medium"/>
                <a:sym typeface="Open Sauce Medium"/>
              </a:rPr>
              <a:t>t</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tr</a:t>
            </a:r>
            <a:r>
              <a:rPr lang="en-US" b="true" sz="3300" spc="9" strike="noStrike" u="none">
                <a:solidFill>
                  <a:srgbClr val="000000"/>
                </a:solidFill>
                <a:latin typeface="Open Sauce Medium"/>
                <a:ea typeface="Open Sauce Medium"/>
                <a:cs typeface="Open Sauce Medium"/>
                <a:sym typeface="Open Sauce Medium"/>
              </a:rPr>
              <a:t>a</a:t>
            </a:r>
            <a:r>
              <a:rPr lang="en-US" b="true" sz="3300" spc="9" strike="noStrike" u="none">
                <a:solidFill>
                  <a:srgbClr val="000000"/>
                </a:solidFill>
                <a:latin typeface="Open Sauce Medium"/>
                <a:ea typeface="Open Sauce Medium"/>
                <a:cs typeface="Open Sauce Medium"/>
                <a:sym typeface="Open Sauce Medium"/>
              </a:rPr>
              <a:t>ck</a:t>
            </a:r>
            <a:r>
              <a:rPr lang="en-US" b="true" sz="3300" spc="9" strike="noStrike" u="none">
                <a:solidFill>
                  <a:srgbClr val="000000"/>
                </a:solidFill>
                <a:latin typeface="Open Sauce Medium"/>
                <a:ea typeface="Open Sauce Medium"/>
                <a:cs typeface="Open Sauce Medium"/>
                <a:sym typeface="Open Sauce Medium"/>
              </a:rPr>
              <a:t>in</a:t>
            </a:r>
            <a:r>
              <a:rPr lang="en-US" b="true" sz="3300" spc="9" strike="noStrike" u="none">
                <a:solidFill>
                  <a:srgbClr val="000000"/>
                </a:solidFill>
                <a:latin typeface="Open Sauce Medium"/>
                <a:ea typeface="Open Sauce Medium"/>
                <a:cs typeface="Open Sauce Medium"/>
                <a:sym typeface="Open Sauce Medium"/>
              </a:rPr>
              <a:t>g,</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budg</a:t>
            </a:r>
            <a:r>
              <a:rPr lang="en-US" b="true" sz="3300" spc="9" strike="noStrike" u="none">
                <a:solidFill>
                  <a:srgbClr val="000000"/>
                </a:solidFill>
                <a:latin typeface="Open Sauce Medium"/>
                <a:ea typeface="Open Sauce Medium"/>
                <a:cs typeface="Open Sauce Medium"/>
                <a:sym typeface="Open Sauce Medium"/>
              </a:rPr>
              <a:t>e</a:t>
            </a:r>
            <a:r>
              <a:rPr lang="en-US" b="true" sz="3300" spc="9" strike="noStrike" u="none">
                <a:solidFill>
                  <a:srgbClr val="000000"/>
                </a:solidFill>
                <a:latin typeface="Open Sauce Medium"/>
                <a:ea typeface="Open Sauce Medium"/>
                <a:cs typeface="Open Sauce Medium"/>
                <a:sym typeface="Open Sauce Medium"/>
              </a:rPr>
              <a:t>ti</a:t>
            </a:r>
            <a:r>
              <a:rPr lang="en-US" b="true" sz="3300" spc="9" strike="noStrike" u="none">
                <a:solidFill>
                  <a:srgbClr val="000000"/>
                </a:solidFill>
                <a:latin typeface="Open Sauce Medium"/>
                <a:ea typeface="Open Sauce Medium"/>
                <a:cs typeface="Open Sauce Medium"/>
                <a:sym typeface="Open Sauce Medium"/>
              </a:rPr>
              <a:t>n</a:t>
            </a:r>
            <a:r>
              <a:rPr lang="en-US" b="true" sz="3300" spc="9" strike="noStrike" u="none">
                <a:solidFill>
                  <a:srgbClr val="000000"/>
                </a:solidFill>
                <a:latin typeface="Open Sauce Medium"/>
                <a:ea typeface="Open Sauce Medium"/>
                <a:cs typeface="Open Sauce Medium"/>
                <a:sym typeface="Open Sauce Medium"/>
              </a:rPr>
              <a:t>g</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a</a:t>
            </a:r>
            <a:r>
              <a:rPr lang="en-US" b="true" sz="3300" spc="9" strike="noStrike" u="none">
                <a:solidFill>
                  <a:srgbClr val="000000"/>
                </a:solidFill>
                <a:latin typeface="Open Sauce Medium"/>
                <a:ea typeface="Open Sauce Medium"/>
                <a:cs typeface="Open Sauce Medium"/>
                <a:sym typeface="Open Sauce Medium"/>
              </a:rPr>
              <a:t>nd </a:t>
            </a:r>
            <a:r>
              <a:rPr lang="en-US" b="true" sz="3300" spc="9" strike="noStrike" u="none">
                <a:solidFill>
                  <a:srgbClr val="000000"/>
                </a:solidFill>
                <a:latin typeface="Open Sauce Medium"/>
                <a:ea typeface="Open Sauce Medium"/>
                <a:cs typeface="Open Sauce Medium"/>
                <a:sym typeface="Open Sauce Medium"/>
              </a:rPr>
              <a:t>t</a:t>
            </a:r>
            <a:r>
              <a:rPr lang="en-US" b="true" sz="3300" spc="9" strike="noStrike" u="none">
                <a:solidFill>
                  <a:srgbClr val="000000"/>
                </a:solidFill>
                <a:latin typeface="Open Sauce Medium"/>
                <a:ea typeface="Open Sauce Medium"/>
                <a:cs typeface="Open Sauce Medium"/>
                <a:sym typeface="Open Sauce Medium"/>
              </a:rPr>
              <a:t>r</a:t>
            </a:r>
            <a:r>
              <a:rPr lang="en-US" b="true" sz="3300" spc="9" strike="noStrike" u="none">
                <a:solidFill>
                  <a:srgbClr val="000000"/>
                </a:solidFill>
                <a:latin typeface="Open Sauce Medium"/>
                <a:ea typeface="Open Sauce Medium"/>
                <a:cs typeface="Open Sauce Medium"/>
                <a:sym typeface="Open Sauce Medium"/>
              </a:rPr>
              <a:t>ansa</a:t>
            </a:r>
            <a:r>
              <a:rPr lang="en-US" b="true" sz="3300" spc="9" strike="noStrike" u="none">
                <a:solidFill>
                  <a:srgbClr val="000000"/>
                </a:solidFill>
                <a:latin typeface="Open Sauce Medium"/>
                <a:ea typeface="Open Sauce Medium"/>
                <a:cs typeface="Open Sauce Medium"/>
                <a:sym typeface="Open Sauce Medium"/>
              </a:rPr>
              <a:t>ction mo</a:t>
            </a:r>
            <a:r>
              <a:rPr lang="en-US" b="true" sz="3300" spc="9" strike="noStrike" u="none">
                <a:solidFill>
                  <a:srgbClr val="000000"/>
                </a:solidFill>
                <a:latin typeface="Open Sauce Medium"/>
                <a:ea typeface="Open Sauce Medium"/>
                <a:cs typeface="Open Sauce Medium"/>
                <a:sym typeface="Open Sauce Medium"/>
              </a:rPr>
              <a:t>nit</a:t>
            </a:r>
            <a:r>
              <a:rPr lang="en-US" b="true" sz="3300" spc="9" strike="noStrike" u="none">
                <a:solidFill>
                  <a:srgbClr val="000000"/>
                </a:solidFill>
                <a:latin typeface="Open Sauce Medium"/>
                <a:ea typeface="Open Sauce Medium"/>
                <a:cs typeface="Open Sauce Medium"/>
                <a:sym typeface="Open Sauce Medium"/>
              </a:rPr>
              <a:t>ori</a:t>
            </a:r>
            <a:r>
              <a:rPr lang="en-US" b="true" sz="3300" spc="9" strike="noStrike" u="none">
                <a:solidFill>
                  <a:srgbClr val="000000"/>
                </a:solidFill>
                <a:latin typeface="Open Sauce Medium"/>
                <a:ea typeface="Open Sauce Medium"/>
                <a:cs typeface="Open Sauce Medium"/>
                <a:sym typeface="Open Sauce Medium"/>
              </a:rPr>
              <a:t>ng</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wh</a:t>
            </a:r>
            <a:r>
              <a:rPr lang="en-US" b="true" sz="3300" spc="9" strike="noStrike" u="none">
                <a:solidFill>
                  <a:srgbClr val="000000"/>
                </a:solidFill>
                <a:latin typeface="Open Sauce Medium"/>
                <a:ea typeface="Open Sauce Medium"/>
                <a:cs typeface="Open Sauce Medium"/>
                <a:sym typeface="Open Sauce Medium"/>
              </a:rPr>
              <a:t>ile </a:t>
            </a:r>
            <a:r>
              <a:rPr lang="en-US" b="true" sz="3300" spc="9" strike="noStrike" u="none">
                <a:solidFill>
                  <a:srgbClr val="000000"/>
                </a:solidFill>
                <a:latin typeface="Open Sauce Medium"/>
                <a:ea typeface="Open Sauce Medium"/>
                <a:cs typeface="Open Sauce Medium"/>
                <a:sym typeface="Open Sauce Medium"/>
              </a:rPr>
              <a:t>pr</a:t>
            </a:r>
            <a:r>
              <a:rPr lang="en-US" b="true" sz="3300" spc="9" strike="noStrike" u="none">
                <a:solidFill>
                  <a:srgbClr val="000000"/>
                </a:solidFill>
                <a:latin typeface="Open Sauce Medium"/>
                <a:ea typeface="Open Sauce Medium"/>
                <a:cs typeface="Open Sauce Medium"/>
                <a:sym typeface="Open Sauce Medium"/>
              </a:rPr>
              <a:t>o</a:t>
            </a:r>
            <a:r>
              <a:rPr lang="en-US" b="true" sz="3300" spc="9" strike="noStrike" u="none">
                <a:solidFill>
                  <a:srgbClr val="000000"/>
                </a:solidFill>
                <a:latin typeface="Open Sauce Medium"/>
                <a:ea typeface="Open Sauce Medium"/>
                <a:cs typeface="Open Sauce Medium"/>
                <a:sym typeface="Open Sauce Medium"/>
              </a:rPr>
              <a:t>vi</a:t>
            </a:r>
            <a:r>
              <a:rPr lang="en-US" b="true" sz="3300" spc="9" strike="noStrike" u="none">
                <a:solidFill>
                  <a:srgbClr val="000000"/>
                </a:solidFill>
                <a:latin typeface="Open Sauce Medium"/>
                <a:ea typeface="Open Sauce Medium"/>
                <a:cs typeface="Open Sauce Medium"/>
                <a:sym typeface="Open Sauce Medium"/>
              </a:rPr>
              <a:t>d</a:t>
            </a:r>
            <a:r>
              <a:rPr lang="en-US" b="true" sz="3300" spc="9" strike="noStrike" u="none">
                <a:solidFill>
                  <a:srgbClr val="000000"/>
                </a:solidFill>
                <a:latin typeface="Open Sauce Medium"/>
                <a:ea typeface="Open Sauce Medium"/>
                <a:cs typeface="Open Sauce Medium"/>
                <a:sym typeface="Open Sauce Medium"/>
              </a:rPr>
              <a:t>i</a:t>
            </a:r>
            <a:r>
              <a:rPr lang="en-US" b="true" sz="3300" spc="9" strike="noStrike" u="none">
                <a:solidFill>
                  <a:srgbClr val="000000"/>
                </a:solidFill>
                <a:latin typeface="Open Sauce Medium"/>
                <a:ea typeface="Open Sauce Medium"/>
                <a:cs typeface="Open Sauce Medium"/>
                <a:sym typeface="Open Sauce Medium"/>
              </a:rPr>
              <a:t>n</a:t>
            </a:r>
            <a:r>
              <a:rPr lang="en-US" b="true" sz="3300" spc="9" strike="noStrike" u="none">
                <a:solidFill>
                  <a:srgbClr val="000000"/>
                </a:solidFill>
                <a:latin typeface="Open Sauce Medium"/>
                <a:ea typeface="Open Sauce Medium"/>
                <a:cs typeface="Open Sauce Medium"/>
                <a:sym typeface="Open Sauce Medium"/>
              </a:rPr>
              <a:t>g r</a:t>
            </a:r>
            <a:r>
              <a:rPr lang="en-US" b="true" sz="3300" spc="9" strike="noStrike" u="none">
                <a:solidFill>
                  <a:srgbClr val="000000"/>
                </a:solidFill>
                <a:latin typeface="Open Sauce Medium"/>
                <a:ea typeface="Open Sauce Medium"/>
                <a:cs typeface="Open Sauce Medium"/>
                <a:sym typeface="Open Sauce Medium"/>
              </a:rPr>
              <a:t>ea</a:t>
            </a:r>
            <a:r>
              <a:rPr lang="en-US" b="true" sz="3300" spc="9" strike="noStrike" u="none">
                <a:solidFill>
                  <a:srgbClr val="000000"/>
                </a:solidFill>
                <a:latin typeface="Open Sauce Medium"/>
                <a:ea typeface="Open Sauce Medium"/>
                <a:cs typeface="Open Sauce Medium"/>
                <a:sym typeface="Open Sauce Medium"/>
              </a:rPr>
              <a:t>l-</a:t>
            </a:r>
            <a:r>
              <a:rPr lang="en-US" b="true" sz="3300" spc="9" strike="noStrike" u="none">
                <a:solidFill>
                  <a:srgbClr val="000000"/>
                </a:solidFill>
                <a:latin typeface="Open Sauce Medium"/>
                <a:ea typeface="Open Sauce Medium"/>
                <a:cs typeface="Open Sauce Medium"/>
                <a:sym typeface="Open Sauce Medium"/>
              </a:rPr>
              <a:t>t</a:t>
            </a:r>
            <a:r>
              <a:rPr lang="en-US" b="true" sz="3300" spc="9" strike="noStrike" u="none">
                <a:solidFill>
                  <a:srgbClr val="000000"/>
                </a:solidFill>
                <a:latin typeface="Open Sauce Medium"/>
                <a:ea typeface="Open Sauce Medium"/>
                <a:cs typeface="Open Sauce Medium"/>
                <a:sym typeface="Open Sauce Medium"/>
              </a:rPr>
              <a:t>ime</a:t>
            </a:r>
            <a:r>
              <a:rPr lang="en-US" b="true" sz="3300" spc="9" strike="noStrike" u="none">
                <a:solidFill>
                  <a:srgbClr val="000000"/>
                </a:solidFill>
                <a:latin typeface="Open Sauce Medium"/>
                <a:ea typeface="Open Sauce Medium"/>
                <a:cs typeface="Open Sauce Medium"/>
                <a:sym typeface="Open Sauce Medium"/>
              </a:rPr>
              <a:t> i</a:t>
            </a:r>
            <a:r>
              <a:rPr lang="en-US" b="true" sz="3300" spc="9" strike="noStrike" u="none">
                <a:solidFill>
                  <a:srgbClr val="000000"/>
                </a:solidFill>
                <a:latin typeface="Open Sauce Medium"/>
                <a:ea typeface="Open Sauce Medium"/>
                <a:cs typeface="Open Sauce Medium"/>
                <a:sym typeface="Open Sauce Medium"/>
              </a:rPr>
              <a:t>nsight</a:t>
            </a:r>
            <a:r>
              <a:rPr lang="en-US" b="true" sz="3300" spc="9" strike="noStrike" u="none">
                <a:solidFill>
                  <a:srgbClr val="000000"/>
                </a:solidFill>
                <a:latin typeface="Open Sauce Medium"/>
                <a:ea typeface="Open Sauce Medium"/>
                <a:cs typeface="Open Sauce Medium"/>
                <a:sym typeface="Open Sauce Medium"/>
              </a:rPr>
              <a:t>s a</a:t>
            </a:r>
            <a:r>
              <a:rPr lang="en-US" b="true" sz="3300" spc="9" strike="noStrike" u="none">
                <a:solidFill>
                  <a:srgbClr val="000000"/>
                </a:solidFill>
                <a:latin typeface="Open Sauce Medium"/>
                <a:ea typeface="Open Sauce Medium"/>
                <a:cs typeface="Open Sauce Medium"/>
                <a:sym typeface="Open Sauce Medium"/>
              </a:rPr>
              <a:t>nd</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sma</a:t>
            </a:r>
            <a:r>
              <a:rPr lang="en-US" b="true" sz="3300" spc="9" strike="noStrike" u="none">
                <a:solidFill>
                  <a:srgbClr val="000000"/>
                </a:solidFill>
                <a:latin typeface="Open Sauce Medium"/>
                <a:ea typeface="Open Sauce Medium"/>
                <a:cs typeface="Open Sauce Medium"/>
                <a:sym typeface="Open Sauce Medium"/>
              </a:rPr>
              <a:t>r</a:t>
            </a:r>
            <a:r>
              <a:rPr lang="en-US" b="true" sz="3300" spc="9" strike="noStrike" u="none">
                <a:solidFill>
                  <a:srgbClr val="000000"/>
                </a:solidFill>
                <a:latin typeface="Open Sauce Medium"/>
                <a:ea typeface="Open Sauce Medium"/>
                <a:cs typeface="Open Sauce Medium"/>
                <a:sym typeface="Open Sauce Medium"/>
              </a:rPr>
              <a:t>t</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aut</a:t>
            </a:r>
            <a:r>
              <a:rPr lang="en-US" b="true" sz="3300" spc="9" strike="noStrike" u="none">
                <a:solidFill>
                  <a:srgbClr val="000000"/>
                </a:solidFill>
                <a:latin typeface="Open Sauce Medium"/>
                <a:ea typeface="Open Sauce Medium"/>
                <a:cs typeface="Open Sauce Medium"/>
                <a:sym typeface="Open Sauce Medium"/>
              </a:rPr>
              <a:t>o</a:t>
            </a:r>
            <a:r>
              <a:rPr lang="en-US" b="true" sz="3300" spc="9" strike="noStrike" u="none">
                <a:solidFill>
                  <a:srgbClr val="000000"/>
                </a:solidFill>
                <a:latin typeface="Open Sauce Medium"/>
                <a:ea typeface="Open Sauce Medium"/>
                <a:cs typeface="Open Sauce Medium"/>
                <a:sym typeface="Open Sauce Medium"/>
              </a:rPr>
              <a:t>mati</a:t>
            </a:r>
            <a:r>
              <a:rPr lang="en-US" b="true" sz="3300" spc="9" strike="noStrike" u="none">
                <a:solidFill>
                  <a:srgbClr val="000000"/>
                </a:solidFill>
                <a:latin typeface="Open Sauce Medium"/>
                <a:ea typeface="Open Sauce Medium"/>
                <a:cs typeface="Open Sauce Medium"/>
                <a:sym typeface="Open Sauce Medium"/>
              </a:rPr>
              <a:t>o</a:t>
            </a:r>
            <a:r>
              <a:rPr lang="en-US" b="true" sz="3300" spc="9" strike="noStrike" u="none">
                <a:solidFill>
                  <a:srgbClr val="000000"/>
                </a:solidFill>
                <a:latin typeface="Open Sauce Medium"/>
                <a:ea typeface="Open Sauce Medium"/>
                <a:cs typeface="Open Sauce Medium"/>
                <a:sym typeface="Open Sauce Medium"/>
              </a:rPr>
              <a:t>n.</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Th</a:t>
            </a:r>
            <a:r>
              <a:rPr lang="en-US" b="true" sz="3300" spc="9" strike="noStrike" u="none">
                <a:solidFill>
                  <a:srgbClr val="000000"/>
                </a:solidFill>
                <a:latin typeface="Open Sauce Medium"/>
                <a:ea typeface="Open Sauce Medium"/>
                <a:cs typeface="Open Sauce Medium"/>
                <a:sym typeface="Open Sauce Medium"/>
              </a:rPr>
              <a:t>i</a:t>
            </a:r>
            <a:r>
              <a:rPr lang="en-US" b="true" sz="3300" spc="9" strike="noStrike" u="none">
                <a:solidFill>
                  <a:srgbClr val="000000"/>
                </a:solidFill>
                <a:latin typeface="Open Sauce Medium"/>
                <a:ea typeface="Open Sauce Medium"/>
                <a:cs typeface="Open Sauce Medium"/>
                <a:sym typeface="Open Sauce Medium"/>
              </a:rPr>
              <a:t>s</a:t>
            </a:r>
            <a:r>
              <a:rPr lang="en-US" b="true" sz="3300" spc="9" strike="noStrike" u="none">
                <a:solidFill>
                  <a:srgbClr val="000000"/>
                </a:solidFill>
                <a:latin typeface="Open Sauce Medium"/>
                <a:ea typeface="Open Sauce Medium"/>
                <a:cs typeface="Open Sauce Medium"/>
                <a:sym typeface="Open Sauce Medium"/>
              </a:rPr>
              <a:t> pr</a:t>
            </a:r>
            <a:r>
              <a:rPr lang="en-US" b="true" sz="3300" spc="9" strike="noStrike" u="none">
                <a:solidFill>
                  <a:srgbClr val="000000"/>
                </a:solidFill>
                <a:latin typeface="Open Sauce Medium"/>
                <a:ea typeface="Open Sauce Medium"/>
                <a:cs typeface="Open Sauce Medium"/>
                <a:sym typeface="Open Sauce Medium"/>
              </a:rPr>
              <a:t>oj</a:t>
            </a:r>
            <a:r>
              <a:rPr lang="en-US" b="true" sz="3300" spc="9" strike="noStrike" u="none">
                <a:solidFill>
                  <a:srgbClr val="000000"/>
                </a:solidFill>
                <a:latin typeface="Open Sauce Medium"/>
                <a:ea typeface="Open Sauce Medium"/>
                <a:cs typeface="Open Sauce Medium"/>
                <a:sym typeface="Open Sauce Medium"/>
              </a:rPr>
              <a:t>e</a:t>
            </a:r>
            <a:r>
              <a:rPr lang="en-US" b="true" sz="3300" spc="9" strike="noStrike" u="none">
                <a:solidFill>
                  <a:srgbClr val="000000"/>
                </a:solidFill>
                <a:latin typeface="Open Sauce Medium"/>
                <a:ea typeface="Open Sauce Medium"/>
                <a:cs typeface="Open Sauce Medium"/>
                <a:sym typeface="Open Sauce Medium"/>
              </a:rPr>
              <a:t>ct </a:t>
            </a:r>
            <a:r>
              <a:rPr lang="en-US" b="true" sz="3300" spc="9" strike="noStrike" u="none">
                <a:solidFill>
                  <a:srgbClr val="000000"/>
                </a:solidFill>
                <a:latin typeface="Open Sauce Medium"/>
                <a:ea typeface="Open Sauce Medium"/>
                <a:cs typeface="Open Sauce Medium"/>
                <a:sym typeface="Open Sauce Medium"/>
              </a:rPr>
              <a:t>de</a:t>
            </a:r>
            <a:r>
              <a:rPr lang="en-US" b="true" sz="3300" spc="9" strike="noStrike" u="none">
                <a:solidFill>
                  <a:srgbClr val="000000"/>
                </a:solidFill>
                <a:latin typeface="Open Sauce Medium"/>
                <a:ea typeface="Open Sauce Medium"/>
                <a:cs typeface="Open Sauce Medium"/>
                <a:sym typeface="Open Sauce Medium"/>
              </a:rPr>
              <a:t>monst</a:t>
            </a:r>
            <a:r>
              <a:rPr lang="en-US" b="true" sz="3300" spc="9" strike="noStrike" u="none">
                <a:solidFill>
                  <a:srgbClr val="000000"/>
                </a:solidFill>
                <a:latin typeface="Open Sauce Medium"/>
                <a:ea typeface="Open Sauce Medium"/>
                <a:cs typeface="Open Sauce Medium"/>
                <a:sym typeface="Open Sauce Medium"/>
              </a:rPr>
              <a:t>r</a:t>
            </a:r>
            <a:r>
              <a:rPr lang="en-US" b="true" sz="3300" spc="9" strike="noStrike" u="none">
                <a:solidFill>
                  <a:srgbClr val="000000"/>
                </a:solidFill>
                <a:latin typeface="Open Sauce Medium"/>
                <a:ea typeface="Open Sauce Medium"/>
                <a:cs typeface="Open Sauce Medium"/>
                <a:sym typeface="Open Sauce Medium"/>
              </a:rPr>
              <a:t>a</a:t>
            </a:r>
            <a:r>
              <a:rPr lang="en-US" b="true" sz="3300" spc="9" strike="noStrike" u="none">
                <a:solidFill>
                  <a:srgbClr val="000000"/>
                </a:solidFill>
                <a:latin typeface="Open Sauce Medium"/>
                <a:ea typeface="Open Sauce Medium"/>
                <a:cs typeface="Open Sauce Medium"/>
                <a:sym typeface="Open Sauce Medium"/>
              </a:rPr>
              <a:t>t</a:t>
            </a:r>
            <a:r>
              <a:rPr lang="en-US" b="true" sz="3300" spc="9" strike="noStrike" u="none">
                <a:solidFill>
                  <a:srgbClr val="000000"/>
                </a:solidFill>
                <a:latin typeface="Open Sauce Medium"/>
                <a:ea typeface="Open Sauce Medium"/>
                <a:cs typeface="Open Sauce Medium"/>
                <a:sym typeface="Open Sauce Medium"/>
              </a:rPr>
              <a:t>es</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pract</a:t>
            </a:r>
            <a:r>
              <a:rPr lang="en-US" b="true" sz="3300" spc="9" strike="noStrike" u="none">
                <a:solidFill>
                  <a:srgbClr val="000000"/>
                </a:solidFill>
                <a:latin typeface="Open Sauce Medium"/>
                <a:ea typeface="Open Sauce Medium"/>
                <a:cs typeface="Open Sauce Medium"/>
                <a:sym typeface="Open Sauce Medium"/>
              </a:rPr>
              <a:t>i</a:t>
            </a:r>
            <a:r>
              <a:rPr lang="en-US" b="true" sz="3300" spc="9" strike="noStrike" u="none">
                <a:solidFill>
                  <a:srgbClr val="000000"/>
                </a:solidFill>
                <a:latin typeface="Open Sauce Medium"/>
                <a:ea typeface="Open Sauce Medium"/>
                <a:cs typeface="Open Sauce Medium"/>
                <a:sym typeface="Open Sauce Medium"/>
              </a:rPr>
              <a:t>cal</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ful</a:t>
            </a:r>
            <a:r>
              <a:rPr lang="en-US" b="true" sz="3300" spc="9" strike="noStrike" u="none">
                <a:solidFill>
                  <a:srgbClr val="000000"/>
                </a:solidFill>
                <a:latin typeface="Open Sauce Medium"/>
                <a:ea typeface="Open Sauce Medium"/>
                <a:cs typeface="Open Sauce Medium"/>
                <a:sym typeface="Open Sauce Medium"/>
              </a:rPr>
              <a:t>l</a:t>
            </a:r>
            <a:r>
              <a:rPr lang="en-US" b="true" sz="3300" spc="9" strike="noStrike" u="none">
                <a:solidFill>
                  <a:srgbClr val="000000"/>
                </a:solidFill>
                <a:latin typeface="Open Sauce Medium"/>
                <a:ea typeface="Open Sauce Medium"/>
                <a:cs typeface="Open Sauce Medium"/>
                <a:sym typeface="Open Sauce Medium"/>
              </a:rPr>
              <a:t>-s</a:t>
            </a:r>
            <a:r>
              <a:rPr lang="en-US" b="true" sz="3300" spc="9" strike="noStrike" u="none">
                <a:solidFill>
                  <a:srgbClr val="000000"/>
                </a:solidFill>
                <a:latin typeface="Open Sauce Medium"/>
                <a:ea typeface="Open Sauce Medium"/>
                <a:cs typeface="Open Sauce Medium"/>
                <a:sym typeface="Open Sauce Medium"/>
              </a:rPr>
              <a:t>ta</a:t>
            </a:r>
            <a:r>
              <a:rPr lang="en-US" b="true" sz="3300" spc="9" strike="noStrike" u="none">
                <a:solidFill>
                  <a:srgbClr val="000000"/>
                </a:solidFill>
                <a:latin typeface="Open Sauce Medium"/>
                <a:ea typeface="Open Sauce Medium"/>
                <a:cs typeface="Open Sauce Medium"/>
                <a:sym typeface="Open Sauce Medium"/>
              </a:rPr>
              <a:t>ck</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de</a:t>
            </a:r>
            <a:r>
              <a:rPr lang="en-US" b="true" sz="3300" spc="9" strike="noStrike" u="none">
                <a:solidFill>
                  <a:srgbClr val="000000"/>
                </a:solidFill>
                <a:latin typeface="Open Sauce Medium"/>
                <a:ea typeface="Open Sauce Medium"/>
                <a:cs typeface="Open Sauce Medium"/>
                <a:sym typeface="Open Sauce Medium"/>
              </a:rPr>
              <a:t>vel</a:t>
            </a:r>
            <a:r>
              <a:rPr lang="en-US" b="true" sz="3300" spc="9" strike="noStrike" u="none">
                <a:solidFill>
                  <a:srgbClr val="000000"/>
                </a:solidFill>
                <a:latin typeface="Open Sauce Medium"/>
                <a:ea typeface="Open Sauce Medium"/>
                <a:cs typeface="Open Sauce Medium"/>
                <a:sym typeface="Open Sauce Medium"/>
              </a:rPr>
              <a:t>opmen</a:t>
            </a:r>
            <a:r>
              <a:rPr lang="en-US" b="true" sz="3300" spc="9" strike="noStrike" u="none">
                <a:solidFill>
                  <a:srgbClr val="000000"/>
                </a:solidFill>
                <a:latin typeface="Open Sauce Medium"/>
                <a:ea typeface="Open Sauce Medium"/>
                <a:cs typeface="Open Sauce Medium"/>
                <a:sym typeface="Open Sauce Medium"/>
              </a:rPr>
              <a:t>t s</a:t>
            </a:r>
            <a:r>
              <a:rPr lang="en-US" b="true" sz="3300" spc="9" strike="noStrike" u="none">
                <a:solidFill>
                  <a:srgbClr val="000000"/>
                </a:solidFill>
                <a:latin typeface="Open Sauce Medium"/>
                <a:ea typeface="Open Sauce Medium"/>
                <a:cs typeface="Open Sauce Medium"/>
                <a:sym typeface="Open Sauce Medium"/>
              </a:rPr>
              <a:t>k</a:t>
            </a:r>
            <a:r>
              <a:rPr lang="en-US" b="true" sz="3300" spc="9" strike="noStrike" u="none">
                <a:solidFill>
                  <a:srgbClr val="000000"/>
                </a:solidFill>
                <a:latin typeface="Open Sauce Medium"/>
                <a:ea typeface="Open Sauce Medium"/>
                <a:cs typeface="Open Sauce Medium"/>
                <a:sym typeface="Open Sauce Medium"/>
              </a:rPr>
              <a:t>ill</a:t>
            </a:r>
            <a:r>
              <a:rPr lang="en-US" b="true" sz="3300" spc="9" strike="noStrike" u="none">
                <a:solidFill>
                  <a:srgbClr val="000000"/>
                </a:solidFill>
                <a:latin typeface="Open Sauce Medium"/>
                <a:ea typeface="Open Sauce Medium"/>
                <a:cs typeface="Open Sauce Medium"/>
                <a:sym typeface="Open Sauce Medium"/>
              </a:rPr>
              <a:t>s</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an</a:t>
            </a:r>
            <a:r>
              <a:rPr lang="en-US" b="true" sz="3300" spc="9" strike="noStrike" u="none">
                <a:solidFill>
                  <a:srgbClr val="000000"/>
                </a:solidFill>
                <a:latin typeface="Open Sauce Medium"/>
                <a:ea typeface="Open Sauce Medium"/>
                <a:cs typeface="Open Sauce Medium"/>
                <a:sym typeface="Open Sauce Medium"/>
              </a:rPr>
              <a:t>d </a:t>
            </a:r>
            <a:r>
              <a:rPr lang="en-US" b="true" sz="3300" spc="9" strike="noStrike" u="none">
                <a:solidFill>
                  <a:srgbClr val="000000"/>
                </a:solidFill>
                <a:latin typeface="Open Sauce Medium"/>
                <a:ea typeface="Open Sauce Medium"/>
                <a:cs typeface="Open Sauce Medium"/>
                <a:sym typeface="Open Sauce Medium"/>
              </a:rPr>
              <a:t>d</a:t>
            </a:r>
            <a:r>
              <a:rPr lang="en-US" b="true" sz="3300" spc="9" strike="noStrike" u="none">
                <a:solidFill>
                  <a:srgbClr val="000000"/>
                </a:solidFill>
                <a:latin typeface="Open Sauce Medium"/>
                <a:ea typeface="Open Sauce Medium"/>
                <a:cs typeface="Open Sauce Medium"/>
                <a:sym typeface="Open Sauce Medium"/>
              </a:rPr>
              <a:t>eli</a:t>
            </a:r>
            <a:r>
              <a:rPr lang="en-US" b="true" sz="3300" spc="9" strike="noStrike" u="none">
                <a:solidFill>
                  <a:srgbClr val="000000"/>
                </a:solidFill>
                <a:latin typeface="Open Sauce Medium"/>
                <a:ea typeface="Open Sauce Medium"/>
                <a:cs typeface="Open Sauce Medium"/>
                <a:sym typeface="Open Sauce Medium"/>
              </a:rPr>
              <a:t>v</a:t>
            </a:r>
            <a:r>
              <a:rPr lang="en-US" b="true" sz="3300" spc="9" strike="noStrike" u="none">
                <a:solidFill>
                  <a:srgbClr val="000000"/>
                </a:solidFill>
                <a:latin typeface="Open Sauce Medium"/>
                <a:ea typeface="Open Sauce Medium"/>
                <a:cs typeface="Open Sauce Medium"/>
                <a:sym typeface="Open Sauce Medium"/>
              </a:rPr>
              <a:t>ers a</a:t>
            </a:r>
            <a:r>
              <a:rPr lang="en-US" b="true" sz="3300" spc="9" strike="noStrike" u="none">
                <a:solidFill>
                  <a:srgbClr val="000000"/>
                </a:solidFill>
                <a:latin typeface="Open Sauce Medium"/>
                <a:ea typeface="Open Sauce Medium"/>
                <a:cs typeface="Open Sauce Medium"/>
                <a:sym typeface="Open Sauce Medium"/>
              </a:rPr>
              <a:t> s</a:t>
            </a:r>
            <a:r>
              <a:rPr lang="en-US" b="true" sz="3300" spc="9" strike="noStrike" u="none">
                <a:solidFill>
                  <a:srgbClr val="000000"/>
                </a:solidFill>
                <a:latin typeface="Open Sauce Medium"/>
                <a:ea typeface="Open Sauce Medium"/>
                <a:cs typeface="Open Sauce Medium"/>
                <a:sym typeface="Open Sauce Medium"/>
              </a:rPr>
              <a:t>ca</a:t>
            </a:r>
            <a:r>
              <a:rPr lang="en-US" b="true" sz="3300" spc="9" strike="noStrike" u="none">
                <a:solidFill>
                  <a:srgbClr val="000000"/>
                </a:solidFill>
                <a:latin typeface="Open Sauce Medium"/>
                <a:ea typeface="Open Sauce Medium"/>
                <a:cs typeface="Open Sauce Medium"/>
                <a:sym typeface="Open Sauce Medium"/>
              </a:rPr>
              <a:t>lable</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fo</a:t>
            </a:r>
            <a:r>
              <a:rPr lang="en-US" b="true" sz="3300" spc="9" strike="noStrike" u="none">
                <a:solidFill>
                  <a:srgbClr val="000000"/>
                </a:solidFill>
                <a:latin typeface="Open Sauce Medium"/>
                <a:ea typeface="Open Sauce Medium"/>
                <a:cs typeface="Open Sauce Medium"/>
                <a:sym typeface="Open Sauce Medium"/>
              </a:rPr>
              <a:t>u</a:t>
            </a:r>
            <a:r>
              <a:rPr lang="en-US" b="true" sz="3300" spc="9" strike="noStrike" u="none">
                <a:solidFill>
                  <a:srgbClr val="000000"/>
                </a:solidFill>
                <a:latin typeface="Open Sauce Medium"/>
                <a:ea typeface="Open Sauce Medium"/>
                <a:cs typeface="Open Sauce Medium"/>
                <a:sym typeface="Open Sauce Medium"/>
              </a:rPr>
              <a:t>n</a:t>
            </a:r>
            <a:r>
              <a:rPr lang="en-US" b="true" sz="3300" spc="9" strike="noStrike" u="none">
                <a:solidFill>
                  <a:srgbClr val="000000"/>
                </a:solidFill>
                <a:latin typeface="Open Sauce Medium"/>
                <a:ea typeface="Open Sauce Medium"/>
                <a:cs typeface="Open Sauce Medium"/>
                <a:sym typeface="Open Sauce Medium"/>
              </a:rPr>
              <a:t>dat</a:t>
            </a:r>
            <a:r>
              <a:rPr lang="en-US" b="true" sz="3300" spc="9" strike="noStrike" u="none">
                <a:solidFill>
                  <a:srgbClr val="000000"/>
                </a:solidFill>
                <a:latin typeface="Open Sauce Medium"/>
                <a:ea typeface="Open Sauce Medium"/>
                <a:cs typeface="Open Sauce Medium"/>
                <a:sym typeface="Open Sauce Medium"/>
              </a:rPr>
              <a:t>i</a:t>
            </a:r>
            <a:r>
              <a:rPr lang="en-US" b="true" sz="3300" spc="9" strike="noStrike" u="none">
                <a:solidFill>
                  <a:srgbClr val="000000"/>
                </a:solidFill>
                <a:latin typeface="Open Sauce Medium"/>
                <a:ea typeface="Open Sauce Medium"/>
                <a:cs typeface="Open Sauce Medium"/>
                <a:sym typeface="Open Sauce Medium"/>
              </a:rPr>
              <a:t>on </a:t>
            </a:r>
            <a:r>
              <a:rPr lang="en-US" b="true" sz="3300" spc="9" strike="noStrike" u="none">
                <a:solidFill>
                  <a:srgbClr val="000000"/>
                </a:solidFill>
                <a:latin typeface="Open Sauce Medium"/>
                <a:ea typeface="Open Sauce Medium"/>
                <a:cs typeface="Open Sauce Medium"/>
                <a:sym typeface="Open Sauce Medium"/>
              </a:rPr>
              <a:t>fo</a:t>
            </a:r>
            <a:r>
              <a:rPr lang="en-US" b="true" sz="3300" spc="9" strike="noStrike" u="none">
                <a:solidFill>
                  <a:srgbClr val="000000"/>
                </a:solidFill>
                <a:latin typeface="Open Sauce Medium"/>
                <a:ea typeface="Open Sauce Medium"/>
                <a:cs typeface="Open Sauce Medium"/>
                <a:sym typeface="Open Sauce Medium"/>
              </a:rPr>
              <a:t>r</a:t>
            </a:r>
            <a:r>
              <a:rPr lang="en-US" b="true" sz="3300" spc="9" strike="noStrike" u="none">
                <a:solidFill>
                  <a:srgbClr val="000000"/>
                </a:solidFill>
                <a:latin typeface="Open Sauce Medium"/>
                <a:ea typeface="Open Sauce Medium"/>
                <a:cs typeface="Open Sauce Medium"/>
                <a:sym typeface="Open Sauce Medium"/>
              </a:rPr>
              <a:t> m</a:t>
            </a:r>
            <a:r>
              <a:rPr lang="en-US" b="true" sz="3300" spc="9" strike="noStrike" u="none">
                <a:solidFill>
                  <a:srgbClr val="000000"/>
                </a:solidFill>
                <a:latin typeface="Open Sauce Medium"/>
                <a:ea typeface="Open Sauce Medium"/>
                <a:cs typeface="Open Sauce Medium"/>
                <a:sym typeface="Open Sauce Medium"/>
              </a:rPr>
              <a:t>ode</a:t>
            </a:r>
            <a:r>
              <a:rPr lang="en-US" b="true" sz="3300" spc="9" strike="noStrike" u="none">
                <a:solidFill>
                  <a:srgbClr val="000000"/>
                </a:solidFill>
                <a:latin typeface="Open Sauce Medium"/>
                <a:ea typeface="Open Sauce Medium"/>
                <a:cs typeface="Open Sauce Medium"/>
                <a:sym typeface="Open Sauce Medium"/>
              </a:rPr>
              <a:t>r</a:t>
            </a:r>
            <a:r>
              <a:rPr lang="en-US" b="true" sz="3300" spc="9" strike="noStrike" u="none">
                <a:solidFill>
                  <a:srgbClr val="000000"/>
                </a:solidFill>
                <a:latin typeface="Open Sauce Medium"/>
                <a:ea typeface="Open Sauce Medium"/>
                <a:cs typeface="Open Sauce Medium"/>
                <a:sym typeface="Open Sauce Medium"/>
              </a:rPr>
              <a:t>n </a:t>
            </a:r>
            <a:r>
              <a:rPr lang="en-US" b="true" sz="3300" spc="9" strike="noStrike" u="none">
                <a:solidFill>
                  <a:srgbClr val="000000"/>
                </a:solidFill>
                <a:latin typeface="Open Sauce Medium"/>
                <a:ea typeface="Open Sauce Medium"/>
                <a:cs typeface="Open Sauce Medium"/>
                <a:sym typeface="Open Sauce Medium"/>
              </a:rPr>
              <a:t>digi</a:t>
            </a:r>
            <a:r>
              <a:rPr lang="en-US" b="true" sz="3300" spc="9" strike="noStrike" u="none">
                <a:solidFill>
                  <a:srgbClr val="000000"/>
                </a:solidFill>
                <a:latin typeface="Open Sauce Medium"/>
                <a:ea typeface="Open Sauce Medium"/>
                <a:cs typeface="Open Sauce Medium"/>
                <a:sym typeface="Open Sauce Medium"/>
              </a:rPr>
              <a:t>t</a:t>
            </a:r>
            <a:r>
              <a:rPr lang="en-US" b="true" sz="3300" spc="9" strike="noStrike" u="none">
                <a:solidFill>
                  <a:srgbClr val="000000"/>
                </a:solidFill>
                <a:latin typeface="Open Sauce Medium"/>
                <a:ea typeface="Open Sauce Medium"/>
                <a:cs typeface="Open Sauce Medium"/>
                <a:sym typeface="Open Sauce Medium"/>
              </a:rPr>
              <a:t>al</a:t>
            </a:r>
            <a:r>
              <a:rPr lang="en-US" b="true" sz="3300" spc="9" strike="noStrike" u="none">
                <a:solidFill>
                  <a:srgbClr val="000000"/>
                </a:solidFill>
                <a:latin typeface="Open Sauce Medium"/>
                <a:ea typeface="Open Sauce Medium"/>
                <a:cs typeface="Open Sauce Medium"/>
                <a:sym typeface="Open Sauce Medium"/>
              </a:rPr>
              <a:t> </a:t>
            </a:r>
            <a:r>
              <a:rPr lang="en-US" b="true" sz="3300" spc="9" strike="noStrike" u="none">
                <a:solidFill>
                  <a:srgbClr val="000000"/>
                </a:solidFill>
                <a:latin typeface="Open Sauce Medium"/>
                <a:ea typeface="Open Sauce Medium"/>
                <a:cs typeface="Open Sauce Medium"/>
                <a:sym typeface="Open Sauce Medium"/>
              </a:rPr>
              <a:t>f</a:t>
            </a:r>
            <a:r>
              <a:rPr lang="en-US" b="true" sz="3300" spc="9" strike="noStrike" u="none">
                <a:solidFill>
                  <a:srgbClr val="000000"/>
                </a:solidFill>
                <a:latin typeface="Open Sauce Medium"/>
                <a:ea typeface="Open Sauce Medium"/>
                <a:cs typeface="Open Sauce Medium"/>
                <a:sym typeface="Open Sauce Medium"/>
              </a:rPr>
              <a:t>ina</a:t>
            </a:r>
            <a:r>
              <a:rPr lang="en-US" b="true" sz="3300" spc="9" strike="noStrike" u="none">
                <a:solidFill>
                  <a:srgbClr val="000000"/>
                </a:solidFill>
                <a:latin typeface="Open Sauce Medium"/>
                <a:ea typeface="Open Sauce Medium"/>
                <a:cs typeface="Open Sauce Medium"/>
                <a:sym typeface="Open Sauce Medium"/>
              </a:rPr>
              <a:t>n</a:t>
            </a:r>
            <a:r>
              <a:rPr lang="en-US" b="true" sz="3300" spc="9" strike="noStrike" u="none">
                <a:solidFill>
                  <a:srgbClr val="000000"/>
                </a:solidFill>
                <a:latin typeface="Open Sauce Medium"/>
                <a:ea typeface="Open Sauce Medium"/>
                <a:cs typeface="Open Sauce Medium"/>
                <a:sym typeface="Open Sauce Medium"/>
              </a:rPr>
              <a:t>c</a:t>
            </a:r>
            <a:r>
              <a:rPr lang="en-US" b="true" sz="3300" spc="9" strike="noStrike" u="none">
                <a:solidFill>
                  <a:srgbClr val="000000"/>
                </a:solidFill>
                <a:latin typeface="Open Sauce Medium"/>
                <a:ea typeface="Open Sauce Medium"/>
                <a:cs typeface="Open Sauce Medium"/>
                <a:sym typeface="Open Sauce Medium"/>
              </a:rPr>
              <a:t>e</a:t>
            </a:r>
            <a:r>
              <a:rPr lang="en-US" b="true" sz="3300" spc="9" strike="noStrike" u="none">
                <a:solidFill>
                  <a:srgbClr val="000000"/>
                </a:solidFill>
                <a:latin typeface="Open Sauce Medium"/>
                <a:ea typeface="Open Sauce Medium"/>
                <a:cs typeface="Open Sauce Medium"/>
                <a:sym typeface="Open Sauce Medium"/>
              </a:rPr>
              <a:t> sol</a:t>
            </a:r>
            <a:r>
              <a:rPr lang="en-US" b="true" sz="3300" spc="9" strike="noStrike" u="none">
                <a:solidFill>
                  <a:srgbClr val="000000"/>
                </a:solidFill>
                <a:latin typeface="Open Sauce Medium"/>
                <a:ea typeface="Open Sauce Medium"/>
                <a:cs typeface="Open Sauce Medium"/>
                <a:sym typeface="Open Sauce Medium"/>
              </a:rPr>
              <a:t>u</a:t>
            </a:r>
            <a:r>
              <a:rPr lang="en-US" b="true" sz="3300" spc="9" strike="noStrike" u="none">
                <a:solidFill>
                  <a:srgbClr val="000000"/>
                </a:solidFill>
                <a:latin typeface="Open Sauce Medium"/>
                <a:ea typeface="Open Sauce Medium"/>
                <a:cs typeface="Open Sauce Medium"/>
                <a:sym typeface="Open Sauce Medium"/>
              </a:rPr>
              <a:t>ti</a:t>
            </a:r>
            <a:r>
              <a:rPr lang="en-US" b="true" sz="3300" spc="9" strike="noStrike" u="none">
                <a:solidFill>
                  <a:srgbClr val="000000"/>
                </a:solidFill>
                <a:latin typeface="Open Sauce Medium"/>
                <a:ea typeface="Open Sauce Medium"/>
                <a:cs typeface="Open Sauce Medium"/>
                <a:sym typeface="Open Sauce Medium"/>
              </a:rPr>
              <a:t>on</a:t>
            </a:r>
            <a:r>
              <a:rPr lang="en-US" b="true" sz="3300" spc="9" strike="noStrike" u="none">
                <a:solidFill>
                  <a:srgbClr val="000000"/>
                </a:solidFill>
                <a:latin typeface="Open Sauce Medium"/>
                <a:ea typeface="Open Sauce Medium"/>
                <a:cs typeface="Open Sauce Medium"/>
                <a:sym typeface="Open Sauce Medium"/>
              </a:rPr>
              <a:t>s.</a:t>
            </a:r>
          </a:p>
        </p:txBody>
      </p:sp>
      <p:grpSp>
        <p:nvGrpSpPr>
          <p:cNvPr name="Group 5" id="5"/>
          <p:cNvGrpSpPr/>
          <p:nvPr/>
        </p:nvGrpSpPr>
        <p:grpSpPr>
          <a:xfrm rot="0">
            <a:off x="16959333" y="-3174228"/>
            <a:ext cx="1884426" cy="18860833"/>
            <a:chOff x="0" y="0"/>
            <a:chExt cx="355782" cy="3560952"/>
          </a:xfrm>
        </p:grpSpPr>
        <p:sp>
          <p:nvSpPr>
            <p:cNvPr name="Freeform 6" id="6"/>
            <p:cNvSpPr/>
            <p:nvPr/>
          </p:nvSpPr>
          <p:spPr>
            <a:xfrm flipH="false" flipV="false" rot="0">
              <a:off x="0" y="0"/>
              <a:ext cx="355782" cy="3560952"/>
            </a:xfrm>
            <a:custGeom>
              <a:avLst/>
              <a:gdLst/>
              <a:ahLst/>
              <a:cxnLst/>
              <a:rect r="r" b="b" t="t" l="l"/>
              <a:pathLst>
                <a:path h="3560952" w="355782">
                  <a:moveTo>
                    <a:pt x="98601" y="0"/>
                  </a:moveTo>
                  <a:lnTo>
                    <a:pt x="257181" y="0"/>
                  </a:lnTo>
                  <a:cubicBezTo>
                    <a:pt x="283332" y="0"/>
                    <a:pt x="308411" y="10388"/>
                    <a:pt x="326903" y="28880"/>
                  </a:cubicBezTo>
                  <a:cubicBezTo>
                    <a:pt x="345394" y="47371"/>
                    <a:pt x="355782" y="72450"/>
                    <a:pt x="355782" y="98601"/>
                  </a:cubicBezTo>
                  <a:lnTo>
                    <a:pt x="355782" y="3462351"/>
                  </a:lnTo>
                  <a:cubicBezTo>
                    <a:pt x="355782" y="3488502"/>
                    <a:pt x="345394" y="3513581"/>
                    <a:pt x="326903" y="3532072"/>
                  </a:cubicBezTo>
                  <a:cubicBezTo>
                    <a:pt x="308411" y="3550564"/>
                    <a:pt x="283332" y="3560952"/>
                    <a:pt x="257181" y="3560952"/>
                  </a:cubicBezTo>
                  <a:lnTo>
                    <a:pt x="98601" y="3560952"/>
                  </a:lnTo>
                  <a:cubicBezTo>
                    <a:pt x="44145" y="3560952"/>
                    <a:pt x="0" y="3516807"/>
                    <a:pt x="0" y="3462351"/>
                  </a:cubicBezTo>
                  <a:lnTo>
                    <a:pt x="0" y="98601"/>
                  </a:lnTo>
                  <a:cubicBezTo>
                    <a:pt x="0" y="44145"/>
                    <a:pt x="44145" y="0"/>
                    <a:pt x="98601" y="0"/>
                  </a:cubicBezTo>
                  <a:close/>
                </a:path>
              </a:pathLst>
            </a:custGeom>
            <a:solidFill>
              <a:srgbClr val="6E82D9"/>
            </a:solidFill>
            <a:ln cap="rnd">
              <a:noFill/>
              <a:prstDash val="solid"/>
              <a:round/>
            </a:ln>
          </p:spPr>
        </p:sp>
        <p:sp>
          <p:nvSpPr>
            <p:cNvPr name="TextBox 7" id="7"/>
            <p:cNvSpPr txBox="true"/>
            <p:nvPr/>
          </p:nvSpPr>
          <p:spPr>
            <a:xfrm>
              <a:off x="0" y="0"/>
              <a:ext cx="355782" cy="3560952"/>
            </a:xfrm>
            <a:prstGeom prst="rect">
              <a:avLst/>
            </a:prstGeom>
          </p:spPr>
          <p:txBody>
            <a:bodyPr anchor="ctr" rtlCol="false" tIns="50800" lIns="50800" bIns="50800" rIns="50800"/>
            <a:lstStyle/>
            <a:p>
              <a:pPr algn="ctr" marL="0" indent="0" lvl="0">
                <a:lnSpc>
                  <a:spcPts val="2879"/>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6470449" y="3380853"/>
            <a:ext cx="4060984" cy="2347594"/>
          </a:xfrm>
          <a:prstGeom prst="rect">
            <a:avLst/>
          </a:prstGeom>
        </p:spPr>
        <p:txBody>
          <a:bodyPr anchor="t" rtlCol="false" tIns="0" lIns="0" bIns="0" rIns="0">
            <a:spAutoFit/>
          </a:bodyPr>
          <a:lstStyle/>
          <a:p>
            <a:pPr algn="ctr">
              <a:lnSpc>
                <a:spcPts val="19180"/>
              </a:lnSpc>
              <a:spcBef>
                <a:spcPct val="0"/>
              </a:spcBef>
            </a:pPr>
            <a:r>
              <a:rPr lang="en-US" sz="13700">
                <a:solidFill>
                  <a:srgbClr val="182D88"/>
                </a:solidFill>
                <a:latin typeface="DM Serif Display"/>
                <a:ea typeface="DM Serif Display"/>
                <a:cs typeface="DM Serif Display"/>
                <a:sym typeface="DM Serif Display"/>
              </a:rPr>
              <a:t>Q n 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3836111" y="3548145"/>
            <a:ext cx="10964102" cy="2031749"/>
          </a:xfrm>
          <a:prstGeom prst="rect">
            <a:avLst/>
          </a:prstGeom>
        </p:spPr>
        <p:txBody>
          <a:bodyPr anchor="t" rtlCol="false" tIns="0" lIns="0" bIns="0" rIns="0">
            <a:spAutoFit/>
          </a:bodyPr>
          <a:lstStyle/>
          <a:p>
            <a:pPr algn="ctr" marL="0" indent="0" lvl="0">
              <a:lnSpc>
                <a:spcPts val="15892"/>
              </a:lnSpc>
              <a:spcBef>
                <a:spcPct val="0"/>
              </a:spcBef>
            </a:pPr>
            <a:r>
              <a:rPr lang="en-US" sz="13700" spc="-698">
                <a:solidFill>
                  <a:srgbClr val="182D88"/>
                </a:solidFill>
                <a:latin typeface="DM Serif Display"/>
                <a:ea typeface="DM Serif Display"/>
                <a:cs typeface="DM Serif Display"/>
                <a:sym typeface="DM Serif Display"/>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DAHBrBzLze8</dc:identifier>
  <dcterms:modified xsi:type="dcterms:W3CDTF">2011-08-01T06:04:30Z</dcterms:modified>
  <cp:revision>1</cp:revision>
  <dc:title>MODERN_DIGITAL_BANKING</dc:title>
</cp:coreProperties>
</file>